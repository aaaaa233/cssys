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实验 5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软硬件协同 I：自定义指令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要交的决定：加上 dotp8 之后，程序快几倍。
gem5 只安排编译一次，约 7 分钟。编译开始就去做任务 4，不要干等。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checksum 对不上，后面全部不算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先把指令数算死，再改译码器。编译的 7 分钟用来写 C，不要干等。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3" cy="2800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9036"/>
                <a:gridCol w="4979158"/>
                <a:gridCol w="1053283"/>
                <a:gridCol w="3638616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先算账：指令数预测到个位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动手前写下的那个数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 decoder.isa 里找空 opcode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custom-0 的两个编码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写译码器，开始编译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scons 通过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与编译并行：改 DOTP8_ACC==9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反汇编 + may_alias 的 diff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七个二进制的 checksum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七行逐位相同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★★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主表、延迟扫描、66 字节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三组单变量对照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回答硬件团队的三个问题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三张表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391680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409968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409968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0xNNNN 换成学号后四位。小于 0.1% 写成没有差异。该逐位相同的地方差 1 个周期就是错。和别人只比比值，不比绝对值。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基线 qnn 还没有就先编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有了就不要重编它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仓库里没有 bench/bin/riscv/qnn。没有 gem5.opt 时，后面的 scons 是全量。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gem5/build/RISCV/gem5.opt || (cd gem5 &amp;&amp; scons build/RISCV/gem5.opt -j8)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bench/bin/riscv/qnn || (cd bench &amp;&amp; make &amp;&amp; cd ..)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1089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make 只编标量基线。dotp8 那六个对照在任务 3 编译开始之后再 make dotp8。qnn 的 md5 从这一步记下来，后面变了就是改错文件了。没有 gem5.opt 时，scons 要几十分钟，不是指导书里那 7 分钟。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只改两个文件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基线 qnn 一个字节都不许动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只改译码器和 qnn.c 里 ACC==9 那一支。基线 qnn 的 md5 不能变。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gem5/src/arch/riscv/isa/decoder.isa ：任务 3 加约 12 行。先备份。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bench/src/qnn.c ：只改 #elif DOTP8_ACC == 9 那个分支。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编完做 md5sum bench/bin/riscv/qnn ，和实验一的记录对一下。变了就是改错文件了。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88336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43784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cp gem5/src/arch/riscv/isa/decoder.isa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gem5/src/arch/riscv/isa/decoder.isa.bak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bench &amp;&amp; make dotp8 &amp;&amp; make dotp8my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 &amp;&amp; time scons build/RISCV/gem5.opt -j8 &amp;&amp; cd 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性能测量一律 --cpu o3 --dotp8-lat 3。--dotp8-lat 只对 o3 有效，atomic / timing 眼里每条指令都是 1 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7200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68172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decoder.isa 是所有 CPU 共用的，改一处，atomic 和 o3 都认识这条指令。但延迟只有 o3 有功能单元的概念。checksum 用 atomic 是为了快，性能必须用 o3，否则每条指令都是 1 拍，延迟扫描没有意义。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六个对照，三组单变量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认不出这三组，任务 6 拿不到高分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这六个二进制每次只差一个变量：累加器个数，或者循环体字节数。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3" cy="2653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3826"/>
                <a:gridCol w="2489579"/>
                <a:gridCol w="1340542"/>
                <a:gridCol w="2106567"/>
                <a:gridCol w="2489579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二进制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累加器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展开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拿它和谁比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标量基线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一切的分母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qnn_dotp8my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DOTP8_ACC=9 你写的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你定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你定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你自己的实现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ACC=1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主表、延迟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qnn_dotp8u4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ACC=1 展开 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4×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x4：只差累加器个数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ACC=2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延迟扫描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ACC=4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4× 共 66B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x4c：只差 6 字节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qnn_dotp8x4c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ACC=4 紧凑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4× 共 60B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x4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244279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4354007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展开、累加器个数、循环体跨不跨 64 字节，三件事缠在一起就分不清谁在起作用。u4 和 x4 只差累加器个数，x4 和 x4c 只差 6 字节。任务 6 就用这两对。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1a · 1b · 先算，不许写代码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内循环占了多少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先反汇编数内循环，再算它占全部指令的百分之几。先不要写代码。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riscv64-linux-gnu-objdump -d --no-show-raw-insn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bench/bin/riscv/qnn | awk '/&lt;dot_i8&gt;:/{f=1} f{print} f&amp;&amp;/ret/{exit}'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7614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从循环头到回边分支一共几条指令？一次迭代干几次乘加？循环体多少字节？地址间隔就是指令长度，别漏掉最后一条。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455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1455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每个样本的乘加次数 = 784×128 + 128×10 = 101632。8 个样本一共多少次？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5295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内循环一共贡献多少条指令？实验四基线 insts 是 5801400。内循环占百分之几？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9136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Amdahl 上界：内循环变成 0 条指令，指令数最多降到几分之一？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52544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62272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784×128 + 128×10 = 101632 次乘加，乘 8 个样本。基线内循环大约 7 条指令做 1 次乘加，所以内循环占掉 ROI 里绝大部分指令。dotp8 一条顶 8 次乘加。指令数的上界现在就能算死，周期数不会按同样的比例降。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1c · ★ 这个数会被逐条验收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写在纸上，签个名，再往下做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预测改写后的总指令数，精确到条。写在纸上再往下做。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假设改写后的循环体条数和基线一样，只是每次迭代干 8 次乘加。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预测总指令数 = 非循环部分 + 新迭代数 × 每迭代条数。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非循环部分 = 5801400 − 你第 4 问的内循环指令数。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再预测一个你多半会猜错的数：周期数会降到几分之一。签名。任务 6a 验收。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2384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090672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090672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预测可以精确到个位。任务 6a 对不上就回来重算，不要用实测去改预测。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05072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114800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假设改写后仍是「两条 load + 一条运算 + 指针递增 + 回边」，只是每次迭代做 8 次乘加。总指令数 = 非循环部分 + 新的迭代数 × 每迭代条数。非循环部分 = 5801400 − 你算出的内循环指令数。周期数会降到几分之一，这个数多半会猜错，先签名。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2 · 15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找一个空的 opcode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在译码器里找空槽。看清 custom-3 已经被 ROI 那条伪指令占了。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awk 'NR&gt;1 &amp;&amp; /^        0x[0-9a-f]+: /'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gem5/src/arch/riscv/isa/decoder.isa | head -40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7614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抄下已被占用的 OPCODE5。32 个槽位空了几个？四个 custom 槽位哪几个还空着？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45536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145536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custom-3（0x1e）被 M5Op 占了。打开 bench.h 的 ROI_BEGIN，再看 formats/m5ops.isa。m5_reset_stats 和你要加的 dotp8，实现机制差在哪，设计意图差在哪？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8039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gem5 占用 custom-3，对「你的二进制能在哪些机器上跑」意味着什么？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8795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本次用 custom-0，funct3=0，funct7=0。写在 decode OPCODE5 里的数是 ____，写在 .insn 里的数是 ____。为什么不一样？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4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5010912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custom-3 已被实验一的 ROI 伪指令占了。dotp8 用空着的 custom-0。译码器里的编号和 .insn 里的 opcode 不是同一个数。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3a · 写进 decoder.isa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插在 decode OPCODE5 第一个分派前面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在 custom-0 里加 dotp8：8 个 int8 相乘，累加到 rd 原来的值上。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按 OPCODE5 的数值顺序放。语义：rd += 8 个 int8 乘积之和，rd 既是源也是目的。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先把 Rd 现在的值读出来，再循环 8 次。字节用 (int8_t)(Rs1_ud &gt;&gt; (k*8))，不要用 Rs1_sd。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累加用 int64_t。最后写回 Rd。OpClass 写 SimdMultAccOp。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88336"/>
            <a:ext cx="10820095" cy="22311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43784"/>
            <a:ext cx="1036289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0x02: decode FUNCT3 {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format ROp {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0x0: dotp8({{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/* 读 Rd；8 次取字节、转 int8_t、乘、累加；写回 Rd */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}}, SimdMultAccOp);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}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3a · 写代码之前先回答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写错就是再等 7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三个问题答完再编译。编译一开始就去写任务 4 的 C 代码。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792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为什么必须用 Rs1_ud 再转 int8_t？用 Rs1_sd 做有符号右移会发生什么？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762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局部变量为什么用 int64_t？最坏 8 个 127×(−128)，再乘 98 次迭代，int32 会不会溢出？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5603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SimdMultAccOp 如果不写会怎样？用指导书 §1.5 回答。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编译一开始就切到任务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10128"/>
            <a:ext cx="10820095" cy="5852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465576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 &amp;&amp; time scons build/RISCV/gem5.opt -j8 2&gt;&amp;1 | tail -5 &amp;&amp; cd 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050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报错看 decoder.isa 的行号。常见三种：{{ }} 没配对、少逗号、format 的花括号没闭合。第二次增量编译通常 1～2 分钟。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80560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Rs1_ud 是无符号，右移补 0，再转成 int8_t 才得到 −128～127。用有符号右移，高字节的符号位会污染低字节。8 个 127×(−128) 再乘几十次迭代，累加用 int32 会溢出，所以局部变量用 int64_t。不写 SimdMultAccOp，这条指令就进不了乘法功能单元，延迟参数也不起作用。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4 · 与编译并行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 DOTP8_ACC ==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 ACC==9 那一支，用 DOTP8 宏把内循环换成这条新指令。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打开 bench/src/qnn.c，找到 #elif DOTP8_ACC == 9。里面现在是标量循环。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改成用文件顶部的 DOTP8(acc, va, vb)。n 是 8 的倍数，不用写尾巴。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cd bench &amp;&amp; make dotp8my &amp;&amp; cd 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参考实现 ACC=1/2/4 你看得见。分不在这几行，在 4b 和 4c。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2384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090672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090672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qnn_dotp8my 的 md5 和 qnn 一样：你没改到 == 9 那个分支，它默认就是标量循环。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0507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11480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DOTP8() 用 .insn 让汇编器发出一条它不认识的指令。objdump 印成 .4byte，是因为反汇编器的 opcode 表里还没有 dotp8 这个名字。模拟器认识、汇编器能发出，中间还差工具链那一环。n 是 8 的倍数，不用写尾巴。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4b · 把 may_alias 拿掉再编一次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看反汇编，不要信传说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拿掉 may_alias 重编，diff 反汇编。无论有没有差别都要贴进报告。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riscv64-linux-gnu-objdump -d --no-show-raw-insn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bench/bin/riscv/qnn_dotp8my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| awk '/&lt;dot_i8&gt;:/{f=1} f{print} f&amp;&amp;/ret/{exit}' &gt; /tmp/with.txt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# 去掉 may_alias，make dotp8my，再导出 /tmp/without.txt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diff /tmp/with.txt /tmp/without.txt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844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diff 有区别吗？无论有没有，都把结果贴进报告。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68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684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严格别名是让编译器假设两个指针不重叠，从而重排读写。这个循环里有写吗？没有写，它能从「不重叠」里赚到什么？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525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如果循环里加一条 a[i] = 0，你预期结论会变吗？不必真跑。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91456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809744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809744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验证完把 may_alias 加回去。它在语言层面仍然是对的，只是这份代码上看不到后果。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4c · 手工拆那条 .4byte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确认寄存器就是 GCC 分配的那三个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把循环里那条 .4byte 拆成字段，核对 rs1、rs2、rd 是不是编译器分配的。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riscv64-linux-gnu-objdump -d --no-show-raw-insn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bench/bin/riscv/qnn_dotp8my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| awk '/&lt;dot_i8&gt;:/{f=1} f{print} f&amp;&amp;/ret/{exit}'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358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03580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把循环体里那个 0xXXXXXXXX 拆成指导书 §1.2 的六个字段，列成表。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198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1985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对照同一段里 ld 用的寄存器，确认 rs1 / rs2 / rd 就是 %1 / %2 / %0。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8039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objdump 为什么印 .4byte 而不是 dotp8？汇编器和模拟器都认识了，还差哪一环？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5 · 5 分钟 · ★一票否决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七行 checksum 必须逐位相同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七个二进制各跑一次功能。checksum 必须逐位相同，否则不许测性能。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2311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v in qnn qnn_dotp8my qnn_dotp8 qnn_dotp8u4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   qnn_dotp8x2 qnn_dotp8x4 qnn_dotp8x4c;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printf "%-14s " $v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gem5/build/RISCV/gem5.opt --outdir=/tmp/ck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--cmd bench/bin/riscv/$v --options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--cpu atomic 2&gt;/dev/null | grep checksum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22192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840480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用 atomic 是因为这里只验正确性。对不上不许往下测。最常见是字节没做有符号扩展，其次是 n/8 写成了 n。报告里必须贴出这七行。没有这七行，全卷作废。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7316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488289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七个二进制做的是同一件计算，checksum 必须逐位相同。算错的加速比没有意义。整数加法满足结合律，拆成多个累加器不改变结果；如果是浮点，结合律不成立，checksum 就会分叉。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6a · 15 分钟 · 主表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七个版本都用 --dotp8-lat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七个版本都用 3 拍延迟测一遍。先对指令数，再比周期和访存。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v in qnn qnn_dotp8my qnn_dotp8 qnn_dotp8u4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   qnn_dotp8x2 qnn_dotp8x4 qnn_dotp8x4c;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python3 framework/sweep.py --name lab5_$v --bench $v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--bench-args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o3 --dotp8-lat 3" --jobs 1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report 看 insts、cycles、ipc、l1d_mshr_misses，以及取指停顿。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1363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245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2245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qnn_dotp8 的 insts 和你任务 1c 预测的那条数，一条不差吗？差了就回去重算。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085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6085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陷阱一：指令比和加速比差多少？IPC 从多少掉到多少？7 倍指令是怎么变成大约 3 倍性能的？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926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9926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l1d_mshr_misses 六行各是多少？换了指令集，发到 L2 的访存次数变了吗？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766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53766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rob_full_events 应全是 0。用实验四的判据说这意味着什么。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6b · 先看这一对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展开相同，只差累加器个数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u4 和 x4 展开一样，只差几个累加器。看指令少的那个是不是更慢。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1231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4205"/>
                <a:gridCol w="1770561"/>
                <a:gridCol w="1573832"/>
                <a:gridCol w="2164019"/>
                <a:gridCol w="2557477"/>
              </a:tblGrid>
              <a:tr h="4264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累加器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展开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指令数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qnn_dotp8u4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4×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少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qnn_dotp8x4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4×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差不多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2822204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931932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两个版本展开次数、指令数、访存量都差不多，唯一的差别是累加器个数。单累加器时，下一条 dotp8 必须等上一条写回，周期下界 ≈ 总迭代次数 × lat。多累加器把这条链拆开，硬件延迟才隐藏得住。指令更少的那个，可以更慢。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18316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92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02921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指令少的那个，跑得快还是慢？慢了百分之几？报告里必须写明唯一的变量是累加器个数。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13260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413260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手算 qnn_dotp8 的周期下界：dot_i8 被调用几次（每样本 128+10，共 8 个样本）？两种调用的迭代次数（784/8 和 128/8）分开算。总迭代 × lat = 下界。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16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0716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下界占实测周期的百分之多少？写成：有 ____% 的时间在等上一条 dotp8。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6b · 延迟扫描是判决实验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主表的 lat=3 必须和这里逐位相同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把延迟从 1 扫到 8。看单累加器是不是最吃延迟。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v in qnn_dotp8 qnn_dotp8x2 qnn_dotp8x4c;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python3 framework/sweep.py --name lab5_lat_$v --bench $v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--bench-args "8 0xNNNN"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dotp8-lat=1,2,3,4,6,8 --jobs 6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python3 framework/report.py results/lab5_lat_$v.csv cycles ipc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延迟敏感度 = lat=8 的周期 ÷ lat=1 的周期。三个版本各是多少？为什么单累加器最敏感？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 lat=1 那一行。三个版本的周期应在 5% 以内。写成一句关于软硬件分工的话。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lat=1 的物理含义是什么？8 路 int8 乘加树真能一拍算完吗？用 lat=1 报告加速比，你在向谁隐瞒什么？不许只报这个数。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6c · 先量循环体字节数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66B 和 60B，其它全部相同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x4 和 x4c 只差 6 个字节。先量循环体，再看它有没有跨过 64 字节边界。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v in qnn_dotp8x4 qnn_dotp8x4c;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echo "--- $v ---"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riscv64-linux-gnu-objdump -d --no-show-raw-insn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bench/bin/riscv/$v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| awk '/&lt;dot_i8&gt;:/{f=1} f{print} f&amp;&amp;/ret/{exit}'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4× 展开的主循环：回边地址 + 指令长度 − 循环头地址。循环头是不是 64 字节对齐？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66 字节那个循环，最后一条指令跨过了哪个地址边界？画一张图。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主表里这两行：指令少了百分之几，周期少了百分之几，取指停顿差几倍？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109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501091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少 9.8% 的指令换来少约 15.8% 的周期。和陷阱一方向相反，区别在哪？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9496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539496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跑得快的那个 LQ 更满。瓶颈原来在哪，解决之后搬到了哪？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7 · 问题 1 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每个数都要写来自哪张表哪一列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用今天的表回答硬件：这条指令值不值得做，以及该做成几拍。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3" cy="1994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43967"/>
                <a:gridCol w="2318591"/>
                <a:gridCol w="4057535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指令数降到几分之一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周期数降到几分之一（lat=3）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差额被什么吃掉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发到 L2 的访存次数变化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最好的软件比最差的快多少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585911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问题 2：硬件说 lat=1 做不到，lat=3 要加一级流水，lat=6 现在就能做。用延迟扫描填下表，从 3 退到 6 损失多少。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951671"/>
          <a:ext cx="10820093" cy="13364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5209"/>
                <a:gridCol w="1803349"/>
                <a:gridCol w="1803349"/>
                <a:gridCol w="1803349"/>
                <a:gridCol w="2604837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软件版本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lat=1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lat=3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lat=6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 3 退到 6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qnn_dotp8x4c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任务 7 · 写进报告的三句话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不许用「应该」「大概」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分软件版本回答延迟该做到几拍，并指出下一步的瓶颈在取数。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软件若用 4 个累加器，延迟从 6 改到 3，周期往往动得很少，那一级流水可以省下来。硬件若只能给 lat=6，软件又写成单累加器，依赖链会把加速吃掉一大块。最快的版本上 l1d_mshr_misses 没变，数据还是靠 ld 取进来的。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软件保证用 4 累加器时，还需要硬件把延迟从 6 降到 3 吗？省下的那级流水可以拿去干什么？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硬件只能给 lat=6、软件坚持单累加器，相对基线还有加速比吗？去看数。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把上面两问收成一句关于软硬件协同的话，单独成段。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8404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最快的版本瓶颈是谁？主表里 l1d_mshr_misses 在所有版本上是同一个数。再加一条 dotp16 能解决这个瓶颈吗？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A62B5F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2245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要突破这堵墙，硬件必须有一项 dotp8 没有的能力。是什么？这就是实验六要做的事。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实验五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A62B5F"/>
                </a:solidFill>
                <a:latin typeface="微软雅黑"/>
                <a:ea typeface="微软雅黑"/>
                <a:cs typeface="微软雅黑"/>
              </a:rPr>
              <a:t>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七行 checksum 没有，全卷作废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没有七行相同的 checksum，后面的加速比全部不算。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2324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4367"/>
                <a:gridCol w="1545727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1 的算账（含个位预测）+ 任务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译码器 + 三个写之前的问答 + 4b/4c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5 的七行 checksum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6 三个陷阱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7 三问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思考题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915095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933383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933383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必须交：动手前的指令数预测、依赖链下界的手算、66/60 字节的边界图、4b 的 diff、全部 CSV 和 decoder.isa 片段。禁止用 lat=1 报加速比而不加说明，禁止只报最好的那个版本。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