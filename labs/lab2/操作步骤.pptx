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实验 2</a:t>
            </a:r>
            <a:r>
              <a:rPr sz="15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　|　计算机系统综合设计实验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96926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存储层次设计空间探索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81528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5000"/>
              </a:lnSpc>
            </a:pPr>
            <a:r>
              <a:rPr sz="19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要交的决定：面积花在更大的 L1D、更高的相联度、更大的块，还是 L2。
每一页只干一步。小于 0.1% 写成「没有差异」。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9788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计算机系统综合设计实验　·　4 学时　·　按指导书操作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今天按这个顺序做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最后交一份配置提案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一次改一个参数。最后交你的配置，每个参数都写为什么不选旁边那个。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2" cy="25822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3283"/>
                <a:gridCol w="5362170"/>
                <a:gridCol w="1149036"/>
                <a:gridCol w="3255603"/>
              </a:tblGrid>
              <a:tr h="3877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顺序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做什么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做完要有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扫 L1D 容量，再关一次延迟模型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lab2_size.csv、两条曲线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★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相联度 × LRU / Random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assoc.csv 和 repl.csv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块大小；16B 崩了用实验验证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lab2_line.csv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 MSHR 个数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lab2_mshr.csv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 L2 容量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lab2_l2.csv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★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四个维度各选一个值，必须实测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不超过 400 字的提案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173321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191609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4191609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论证流量看 l1d_mshr_mpki，不要拿 l1d_miss_rate 下结论。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还没有 qnn 就先编译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实验一编过就可以跳过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仓库里没有可执行文件。缺了就按这几行编，有了就跳过。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~/cssys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test -x gem5/build/RISCV/gem5.opt || (cd gem5 &amp;&amp; scons build/RISCV/gem5.opt -j8)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bench &amp;&amp; make &amp;&amp; cd ..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ls gem5/build/RISCV/gem5.opt bench/bin/riscv/qnn bench/bin/riscv/pchase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9923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10896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make 一次编出 qnn、gemm、pchase、branchy、stream。gem5 第一次是全量编译，要几十分钟；已经有 gem5.opt 就不要重编。本次还要用 pchase 和 stream。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命令怎么写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基线就是这一行，相对基线都相对它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后面说「相对基线」，都是相对这一行默认配置，不要自己换基准。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13385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~/cssys &amp;&amp; export GEM5_BIN=$PWD/gem5/build/RISCV/gem5.opt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# 基线：--cpu o3 --l1d-size 32kB --l1d-assoc 2 --l1d-mshrs 4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#       --cacheline 64 --l2-size 256kB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724912"/>
          <a:ext cx="10820094" cy="2453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4671"/>
                <a:gridCol w="7535423"/>
              </a:tblGrid>
              <a:tr h="368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这次会动它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--l1d-size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容量，必须让组数是 2 的幂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--l1d-assoc / --l1d-repl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相联度；lru random fifo rrip …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--l1d-mshrs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MSHR 个数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--cacheline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块大小，L1I / L1D / L2 一起变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--l2-size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L2 容量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--auto-latency on|off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命中延迟是否随容量涨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1 · 40 分钟 · 先跑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容量：找到那个拐点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只改 L1D 容量，从 8kB 扫到 256kB，看周期在哪一档最少。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lab2_size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l1d-size=8kB,16kB,32kB,64kB,128kB,256kB --jobs 6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results/lab2_size.csv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cycles ipc l1d_miss_rate l1d_mpki l1d_mshr_mpki l1d_mlp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5478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图：横轴容量用对数刻度，纵轴画周期数。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86784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096512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默认开着 auto-latency：以 32kB / 3 周期为基准，容量每翻一番，命中延迟 +1。8kB 到 64kB 时装不下约 98KB 的 w1，失效几乎不变，多付的只有延迟，所以 Cache 变大反而变慢。128kB 才装得下，曲线在这里拐。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1 · 填表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重点看 mshr_mpki，不是 miss_rate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填周期和 mshr_mpki。变大反而变慢的那一段，先看失效有没有变。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0" cy="2194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2159"/>
                <a:gridCol w="1738943"/>
                <a:gridCol w="1352511"/>
                <a:gridCol w="1932159"/>
                <a:gridCol w="1545727"/>
                <a:gridCol w="2318591"/>
              </a:tblGrid>
              <a:tr h="329549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周期数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IPC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miss_rate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mpki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mshr_mpki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16kB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32kB 基线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64kB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128kB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256kB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785981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96877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4096877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周期最少的是哪一档？比 32kB 快多少？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8092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480925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8kB→64kB 周期往上走。这一段 mshr_mpki 变了吗？收益是什么，代价是什么？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6497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4864973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128kB 处发生了什么突变？用工作集大小解释。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49021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5249021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256kB 又变慢了。为什么？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1（b）· 关掉延迟模型再跑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两条曲线画在同一张图上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同一组容量再跑一遍，只是关掉「越大越慢」的延迟。看你会不会选错。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lab2_size_nolat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o3 --auto-latency off"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l1d-size=8kB,16kB,32kB,64kB,128kB,256kB --jobs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101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3101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关掉之后曲线是什么形状？只看这条曲线，你会选多大？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941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6941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开、关两条里，哪一条更接近真实芯片？为什么？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782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782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模拟器没建模的东西，会以什么方式进到你的结论里？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517136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4626864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关掉 auto-latency 之后，容量变大没有延迟惩罚，曲线往往会一路往上。真实芯片里大 Cache 更慢。这条没建模的代价，会直接变成你选出来的「最优容量」。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2 · 50 分钟 · ★★ · 先跑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相联度：先别套课本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容量和相联度一起扫。重点看 64kB：路数变多，失效是不是变少。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lab2_assoc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l1d-size=32kB,64kB,128kB --vary l1d-assoc=1,2,4,8 --jobs 12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results/lab2_assoc.csv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cycles ipc l1d_miss_rate l1d_mshr_mpki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4787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65760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课本说相联度越高，冲突失效越少。3C 模型这句话的前提是：替换策略不会制造新的失效。qnn 把约 98KB 的 w1 从头扫到尾再扫一遍。64kB 的 LRU 扫回开头时，留着的是刚用过的尾部，马上要用的开头已经被踢掉了。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2 · 填 mshr_mpki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重点看 64kB 那一行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 64kB 那一行和课本对照：相联度高，冲突失效应该更少。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5" cy="17819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4019"/>
                <a:gridCol w="2164019"/>
                <a:gridCol w="2164019"/>
                <a:gridCol w="2164019"/>
                <a:gridCol w="2164019"/>
              </a:tblGrid>
              <a:tr h="46524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路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路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路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路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64kB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128kB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37303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8393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68393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64kB 时，1 路的失效比 2/4/8 路少还是多？符合「相联度越高冲突越少」吗？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6798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06798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3C 说提高相联度只会减少冲突失效。你的数据和它矛盾吗？这句话隐含了什么前提？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2（b）· 换成随机替换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 路时 LRU 和 Random 必须相同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64kB 上把 LRU 换成随机。先看 1 路两列是不是完全一样。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lab2_repl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o3 --l1d-size 64kB"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l1d-assoc=1,2,4,8 --vary l1d-repl=lru,random --jobs 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999232"/>
          <a:ext cx="10820092" cy="18507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8609"/>
                <a:gridCol w="2467740"/>
                <a:gridCol w="1898262"/>
                <a:gridCol w="2847393"/>
                <a:gridCol w="2088088"/>
              </a:tblGrid>
              <a:tr h="3877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相联度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LRU mshr_mpki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LRU 周期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Random mshr_mpki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Random 周期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4959705"/>
            <a:ext cx="10820095" cy="56692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977993"/>
            <a:ext cx="365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4977993"/>
            <a:ext cx="99056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1 路两列不一样：配置错了，先排查再往下做。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2（b）·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解释 LRU 为什么会输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说明 qnn 这种从头扫到尾的访问，为什么 LRU 会比随机更差。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 路没有选择，LRU 和 Random 必须相同，这是自检。Random 不记得「最近用过谁」，循环扫描时不会专踢马上要用的那一段，所以相联度提高时失效可以单调下降。LRU 在这种访问上会输。真实 L1 很少用课本上的完美 LRU。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883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6883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Random 下，相联度提高时失效单调下降吗？LRU 呢？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72384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072384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dot_i8(w1[j], xbuf, 784) 一次扫过多长？每个样本把约 98KB 的 w1 从头扫到尾，再扫一遍。64KB 的 Cache 用 LRU，扫回开头时留着的是哪一段？马上要用的是哪一段？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307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73075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什么样的访问模式不该用 LRU？查一张真实处理器的 L1 替换策略，为什么不是课本上的 LRU？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3（a）· 先填预测，再跑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块大小：预测列不许看结果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先按「总字节数不变」把失效数算出来，再跑 16B 到 256B。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5" cy="22165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3832"/>
                <a:gridCol w="2557477"/>
                <a:gridCol w="2557477"/>
                <a:gridCol w="2557477"/>
                <a:gridCol w="1573832"/>
              </a:tblGrid>
              <a:tr h="3877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块大小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预测每样本失效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预测 mshr_mpki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实测 mshr_mpki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误差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32B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128B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256B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807561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预测：每样本失效 ≈ 100.7KB ÷ 块大小；mshr_mpki ≈ 该数 × 8 ÷ 5.8M × 1000。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73321"/>
            <a:ext cx="10820095" cy="113385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4328769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lab2_line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o3" --vary cacheline=16,32,64,128,256 --jobs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3（a）（b）·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失效降了，周期为什么不跟着降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对一下预测和实测，再解释失效降了十几倍、周期为什么没跟着降。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17922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预测准吗？误差多少？块大小翻倍时 mshr_mpki 是什么规律？总字节数变了吗？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1762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失效数从 16B 到 256B 降了约 16 倍，周期降了几倍？为什么不成比例？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15184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接着填性能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2926080"/>
          <a:ext cx="10820092" cy="1994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9428"/>
                <a:gridCol w="2333745"/>
                <a:gridCol w="1909428"/>
                <a:gridCol w="2545904"/>
                <a:gridCol w="2121587"/>
              </a:tblGrid>
              <a:tr h="3489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块大小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周期数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IPC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mshr_mpki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l1d_mlp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16B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32B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128B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256B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3 · 16B 特别慢，先验证假设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假设：MSHR 不够。先跑再下结论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16B 特别慢。先假设是 MSHR 不够，把 MSHR 加大再跑来验证。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失效次数随块变大而下降，是因为搬运的总字节数差不多、每次搬得更多。16B 特别慢，先别当成「MSHR 不够」写进报告。把 MSHR 加到 16、64，若周期几乎不动、blockedCycles::no_mshrs 也接近 0，假设就被否定，再去查取指。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532888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lab2_line_mshr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cacheline=16,32,64 --vary l1d-mshrs=4,16,64 --jobs 9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grep 'dcache.blockedCycles::no_mshrs'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out/sweeps/lab2_line_mshr/*/stats.txt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43984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75488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这个假设成立吗？不成立的话，错在哪？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3 · 假设被否定之后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去查取指，不要把取指缓冲当成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MSHR 解释不了，就去查取指停了多少拍。块变小会拖垮取指。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595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grep -E 'fetch.cacheLines|icacheStallCycles|cpu.numCycles '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out/sweeps/lab2_line/p000_cacheline-16/stats.txt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50592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560320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取指缓冲是 min(64, cacheline)：一次只能从一个已经取回来的块里取指令。块变成 16B，取指就要更频繁地重新访问 I-Cache。这是数据 Cache 的参数把取指拖垮了，不是 MSHR 不够。blockedCycles::no_mshrs 若接近 0，MSHR 假设就不成立。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21023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19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931919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16B 的 icacheStallCycles 占总周期的百分之几？和 64B 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15967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315967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取指缓冲是 min(64, cacheline)。块变小，取指就要更频繁地重新访问 I-Cache。用这个解释 16B 的崩塌。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3 · 换一个没有空间局部性的负载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qnn 偏爱大块，不代表块可以无限大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qnn 是顺序扫描。换 pchase，看大块还是不是更快。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lab2_line_pchase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pchase --bench-args "256 200000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l1d-size=32kB,128kB --vary cacheline=64,256 --jobs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101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3101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pchase 上 256B 比 64B 更快还是更慢？32kB 和 128kB 两个容量答案一样吗？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941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6941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用「搬进来的字节里有多少被用到」解释 qnn 和 pchase 的差别。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782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782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pchase 的 l1d_mlp 和 qnn 差很多。下一个地址是从哪来的，能提前算出来吗？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622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4622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多核里块变大还有一个代价，名称是什么？（假共享）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01184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5010912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qnn 的 dot_i8 连续扫 784 个字节，搬进来的每个字节都会用到，空间局部性接近 100%，所以偏爱大块。pchase 没有空间局部性，大块是在搬用不到的字节。多核里还有假共享：两个核写同一块的不同字节，整块在核之间来回作废。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4 · 25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MSHR：失效率到底是谁的属性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程序和容量都不动，只改 MSHR 个数，看「失效率」会不会自己变。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lab2_mshr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o3" --vary l1d-mshrs=1,2,4,8,16 --jobs 5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results/lab2_mshr.csv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cycles ipc l1d_miss_rate l1d_mshr_mpki l1d_mlp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3273552"/>
          <a:ext cx="10820091" cy="18840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7269"/>
                <a:gridCol w="2333745"/>
                <a:gridCol w="2545904"/>
                <a:gridCol w="2545904"/>
                <a:gridCol w="1697269"/>
              </a:tblGrid>
              <a:tr h="329549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MSHR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周期数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miss_rate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mshr_mpki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mlp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4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只改了队列深度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对比 miss_rate 和 mshr_mpki，判断再加 MSHR 还划不划算。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好几次访问可以合并进同一个 MSHR。队列一深，miss_rate 就掉，程序却没变。mshr_mpki 计的是真正发出去的请求。对 qnn，MLP 到 4 左右就不再涨，再加 MSHR，周期基本不动。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883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6883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miss_rate 在 MSHR=1 和 2 之间变了多少？mshr_mpki 变了吗？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723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0723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程序、数据、容量都没变，失效率变了十几倍。失效率是什么的属性？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4564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MSHR 从 4 加到 16，性能有提升吗？看 l1d_mlp 停在多少。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404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384048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对 qnn，再加 MSHR 划算吗？什么样的负载才需要更多 MSHR？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5 · 25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L2：钱该花在哪一级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只把 L2 从 128kB 加到 2MB，看周期和 DRAM 流量动不动。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lab2_l2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l2-size=128kB,256kB,512kB,1MB,2MB --jobs 5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results/lab2_l2.csv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cycles ipc l2_miss_rate l2_accesses dram_bytes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87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85876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L2 从 128kB 加到 2MB，性能变好还是变坏？幅度多少？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24281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dram_bytes 是多大？相对 ROI 里大约 160 万次访存，占多少？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62686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对 qnn，L2 起作用了吗？这块面积你会挪去干什么？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109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501091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什么样的负载会让 L2 变得重要？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6 · 40 分钟 · ★交付物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四个维度各选一个，必须实测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四个旋钮各定一个值，这个点必须自己跑，不能靠单维结果相加。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四个维度：l1d-size、l1d-assoc、cacheline、l2-size。不能只靠前面的单维扫描外推。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提案里写：配置、相对基线的加速比、为什么不选另一个值。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04288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45973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lab2_final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o3 --l1d-size ??? --l1d-assoc ???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       --cacheline ??? --l2-size ???"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l1d-repl=lru,random --jobs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9651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074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40740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实测和单维外推一致吗？不一致就举出一对互相影响的参数。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46320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4956048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块大小会牵动取指，相联度会牵动 LRU 那件事，容量会牵动命中延迟。四个单维扫描的最优点叠在一起，常常不是一起跑的结果。提案那个点得自己跑一遍。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任务 6 · 用另一个负载验一次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结论翻转了就要写进去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 pchase 再跑你的配置。结论翻了，就写进提案，不要藏。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lab2_final_x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pchase --bench-args "256 200000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"&lt;你的配置&gt;"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l1d-size=32kB,&lt;你选的容量&gt; --jobs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9923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10896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换到 pchase 或 stream，工作集和局部性都变了，你在 qnn 上选出的容量、块大小可以整个翻过来。翻了就写进提案，这是提案的一部分，不是失败。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95344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913632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913632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评分看论证站不站得住。次优但把权衡讲清楚，高于碰巧选对但说不出理由。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思考题里还要再跑的两条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写进报告，不是现在的主线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一条看最优容量跟不跟延迟参数走，一条看论文里的替换策略是否兑现。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22311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lab2_latsens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l1d-size=8kB,32kB,128kB,256kB --vary l1-latency=2,3,5 --jobs 12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lab2_replfam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o3 --l1d-size 64kB --l1d-assoc 4"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l1d-repl=lru,random,fifo,nru,rrip,brrip --jobs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2219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82219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思考题其余三问按指导书写：单一指标、ROI 预热、625 个点穷举要多久。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20624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RRIP 的实测和论文不符时，不许写成「所以没用」，也不许无视实测照抄论文。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实验二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交什么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三张图 + 400 字提案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交三张图和一份不超过 400 字的配置提案，每个维度都要说为什么不选别的。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任务 1～6 的全部表格。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至少三张图：容量（延迟模型开/关两条）、相联度×替换策略、块大小。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配置提案不超过 400 字：四个取值、加速比、每个维度为什么不选别的。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0E7C7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6334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results/ 下全部 CSV。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2384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090672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090672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0E7C7B"/>
                </a:solidFill>
                <a:latin typeface="微软雅黑"/>
                <a:ea typeface="微软雅黑"/>
                <a:cs typeface="微软雅黑"/>
              </a:rPr>
              <a:t>机制分析 45%（任务 2 和 3 占一大半），方法学 15%，提案 15%，数据 15%，规范 10%。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