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实验 4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乱序执行与分支预测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要交的决定：对 qnn，核里面哪一项才是瓶颈。
带上实验三思考题第 6 题的预测。小于 0.1% 写成「没有差异」。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任务 4 的对照组不做就判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先看加宽把瓶颈搬到哪，再换数据和预测器，最后用手算去对实测。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3" cy="2800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9740"/>
                <a:gridCol w="5458786"/>
                <a:gridCol w="1072261"/>
                <a:gridCol w="3119306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宽度 1/2/4/8，先写预测再跑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lab4_width.csv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先加 ROB，再加 LQ，最后加 IQ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瓶颈迁移图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先在 qnn 上换预测器，再跑 branchy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三张 mode 的表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★★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手算误预测率，再和实测对质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手推表 + 对照组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宽度 × local/tage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lab4_wxbp.csv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 BTB 表项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lab4_btb.csv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有效的资源一次加满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交付物那张表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还没有 qnn 就先编译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实验一编过就可以跳过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仓库里没有可执行文件。本次还要用 branchy，make 会一起编出来。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gem5/build/RISCV/gem5.opt || (cd gem5 &amp;&amp; scons build/RISCV/gem5.opt -j8)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bench &amp;&amp; make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 bench/bin/riscv/branchy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1089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make 一次编出 qnn、gemm、pchase、branchy、stream。gem5 第一次是全量编译，要几十分钟；已经有 gem5.opt 就不要重编。本次不改 gem5 源码。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不加参数时就是这套基线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后面每张表的「基线」都是它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不加参数就是这套默认值。后面说「加了 ROB」都是相对它。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3" cy="2582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591"/>
                <a:gridCol w="2125375"/>
                <a:gridCol w="6376127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本次怎么动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--width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同时改取指/译码/重命名/发射/提交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--rob / --iq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192 / 64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ROB、发射队列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--lq / --sq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/ 32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Load 队列 / Store 队列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--int-regs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物理整数寄存器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--bp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tournament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local bimode tournament tage ltage tage_sc_l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--btb-entries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4096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BTB 表项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173321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91609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191609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local 里面没有局部历史，就是一张按 PC 索引的 2 bit 计数器。任务 4 用的就是它。不要写「ROB 没用」。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106009"/>
            <a:ext cx="10820095" cy="53035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5215737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ROB、IQ、LQ 谁的 FullEvents 不是 0，瓶颈就在谁。全是 0 说明没被表满堵住。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1 · 先填预测，再跑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宽度 1 →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只改发射宽度。先猜 IPC 能涨几倍、哪张表会满，再跑。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19432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8991"/>
                <a:gridCol w="3671103"/>
              </a:tblGrid>
              <a:tr h="4070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你的预测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宽度 1→8，IPC 大约能涨几倍？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宽度为 1 时，哪张表会满？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宽度为 8 时，哪张表会满？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l1d_mlp 会怎么变？为什么？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53433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68978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lab4_width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width=1,2,4,8 --jobs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results/lab4_width.csv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rob_full_events iq_full_events lq_full_events sq_full_events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l1d_mlp load_to_use squash_ratio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1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宽度涨了 8 倍，IPC 没有涨 8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对照 FullEvents，说清宽度从 1 加到 8，瓶颈从哪搬到了哪。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宽度为 1 时四张表的 FullEvents 都是 0：每拍只放进一条指令，表永远装不满，瓶颈就是宽度自己。加到 8 之后表开始满，真正买到的是同时在飞的 load，也就是 l1d_mlp，不是 8 倍的 IPC。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IPC 涨了几倍？少掉的那部分去哪了？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宽度 1 时四张表的 FullEvents 全是 0，说明什么？rename 没被表满堵住，那它被什么堵着？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l1d_mlp 从宽度 1 到 8 涨了多少倍？和 IPC 的涨幅放一起：加宽度真正买到的是什么？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8404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用一句话写：宽度从 1 加到 8，瓶颈从哪里搬到了哪里。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79392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297680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4297680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--width 1 大约要 1 分钟，不是卡死。模拟器的快慢和被模拟机器的快慢是两回事。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2a · 10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先加 ROB。先写预测再跑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只加 ROB。看 32 到 128 有没有用，192 再到 384 还有没有用。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lab4_rob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rob=32,64,128,192,384 --jobs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results/lab4_rob.csv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rob_full_events iq_full_events lq_full_events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l1d_mlp load_to_use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32→128 有没有收益？192→384 呢？比 cycles 的整数，不要看 IPC 的四位小数。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192→384 那一行的 rob_full_events 是多少？为什么 384 没有收益？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rob 从 64 加到 128：rob_full 下降，iq_full 和 lq_full 变大。瓶颈从 ____ 搬到 ____。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65776"/>
            <a:ext cx="10820095" cy="56692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084064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5084064"/>
            <a:ext cx="99056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别写「ROB 没用」。32→128 有用，192 已够。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2b · 10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再加 LQ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只加 Load 队列。看它和同时在飞的失效条数是不是一条线。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lab4_lq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lq=8,16,32,64,128 --jobs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results/lab4_lq.csv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lq_full_events sq_full_events iq_full_events rob_full_events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l1d_mlp load_to_use l1d_misses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32→64 省了多少周期，百分之几？64→128 呢？去看 lq_full_events。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l1d_mlp 和 lq（8 / 16 / 32）画成一条线。长延迟访存冻结的是 ROB 和 LQ。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817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47914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一次 L1 失效要等几十拍。顺序上这些拍冻结的是 ROB 和 LQ：load 不返回，就一直占着 LQ 的一项，也占着 ROB 里它后面的指令。所以 l1d_mlp 大致不会超过 LQ 的深度。LQ 已经不满之后再加大，周期就不再动。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2c · 15 分钟 ·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 IQ 之前，base 里必须写 --lq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先把 LQ 放开再加 IQ。另外去掉 --lq 64 重跑一次，作为对照。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lab4_iq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o3 --lq 64"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iq=16,32,64,128 --jobs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results/lab4_iq.csv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iq_full_events rob_full_events lq_full_events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l1d_mlp load_to_use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47872"/>
            <a:ext cx="10820095" cy="56692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566160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566160"/>
            <a:ext cx="99056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去掉 --lq 64 再跑一次，否则 2c 不给分。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171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5171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iq = 16 / 32 / 64 各省多少？iq = 128 时哪张表的 FullEvents 最大？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011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9011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画出瓶颈迁移：宽度 1 → 宽度 8 → 加 LQ 到 64 → 加 IQ 到 128，现在轮到谁？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852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52852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iq 64→128 只省约 3.7%，但 rob_full 从几十跳到六万多。下一步该加什么？先预测，任务 7 验收。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3a · 必须先做这个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在 qnn 上换预测器。先做完再做 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先只在 qnn 上换预测器，看省下的周期有没有超过噪声。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lab4_bp_qnn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bp=local,bimode,tournament,tage,ltage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results/lab4_bp_qnn.csv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bp_committed bp_mispredicts bp_miss_rate bp_mpki squash_ratio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844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从 local 换到 ltage，省了百分之几？这个数字超过 0.1% 了吗？用一句话写结论。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68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684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bp_miss_rate 为什么这么低？qnn 的分支长什么样？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07408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425696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425696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顺序反过来，你会得到「分支预测器很重要」这种没有前提的结论。任务 3a 整张表都可以在噪声里，要敢于写无差别。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3b · 20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同一份 branchy，三种数据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同一份代码、三种数据，各换一遍预测器。必须先做完 3a。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33284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m in 0 1 2;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python3 framework/sweep.py --name lab4_branchy$m --bench branchy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--bench-args "$m 4096 50"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bp=local,bimode,tournament,tage --jobs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m in 0 1 2;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echo "--- mode $m ---"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python3 framework/report.py results/lab4_branchy$m.csv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insts cycles ipc bp_committed bp_mispredicts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bp_miss_rate squashed_insts l1d_mpki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3b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先证明差异不是访存、不是指令数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先用指令数和 L1 失效证明差异来自分支，再解释三种数据。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三种 mode 是同一份代码、三种数据。insts 和 l1d_mpki 差不多，差异才能算在分支预测上。local 只有 PC，没有历史：周期 7 的模式光看 PC 是同一条分支，学不会。带历史的预测器能把这 7 拍分开。mode 1 的数据排过序，分支方向很长一段不变，弱预测器也够。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626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9626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三种 mode 的 insts 差多少？l1d_mpki 是多少？这两项过关，才能说差异来自分支预测。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467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mode 0 上 local 的误预测率是多少？ROI 里提交了多少条分支，其中多少条是那个 if？用这个拆分解释总误预测率。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30751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mode 2 上 local 和另外三个差几倍？local 的输入只有 PC，周期 7 的模式光看 PC 能分开吗？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79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11479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mode 1 上四个都很好。什么样的数据不需要好预测器？「先排序再遍历」能不能当成一种软件优化？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4a · 5 分钟 · 不许看数据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先把三个数写进报告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不许看 csv。按课本把 mode 2 的误预测率手算出来，写下来。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99616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499616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这三个数写完才允许看 lab4_branchy2.csv。事后补的手推表按 0 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14016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374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两位饱和计数器：强取、弱取、弱不取、强不取。课本默认第 k 次的更新，在第 k+1 次预测之前已经生效。mode 2 每 7 次错几次，先按这个假设手算，再折算到全部已提交分支上。回边分支假设从不猜错。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101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mode 2 上，那条 if 每 7 次错几次？误预测率 = ____%。用指导书 §1.6 你填过的手推表。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941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ROI 里一共提交多少条分支？其中 if 占多少条？（n × iters = ?）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78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078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假设回边分支从不猜错，折算到全部提交的分支，bp_miss_rate 应当是 ____%。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4b · 4c · 对不上就提假设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不许直接选一个信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把手算和实测对上。对不上就写一个能用实验判决的假设。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 lab4_branchy2.csv 里 local 那一行的 bp_miss_rate，和 4a 差几倍？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三种可能：你算错了；gem5 错了；模型的某个前提不成立。逐个排除。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先排除算错：用 bp_mispredicts ÷ (n × iters) 反算那条 if 自己的误预测率，看是不是一个整数 / 7。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预测发生在取指级。更新发生在什么时候？§1.6 那句「第 k 次的更新在第 k+1 次预测前已经生效」，在 8 发射乱序核上凭什么成立？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假设按这个格式写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813048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假设：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可测量的预言：如果假设成立，那么当我 ____ 时，____ 应当 ____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如果观测到 ____，则假设被否定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0118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预测在取指、更新在提交。核越宽，同一条分支同时在飞的越多。能改变这个数的参数就是宽度。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4d · 判决实验 + 对照组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没有 mode 0 那一组，任务 4 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用宽度当旋钮做判决。mode 0 那组是对照，没有就判 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mode 2 有规律，窄机器若因为在飞的分支更少而更新得及，误预测率应该更低。mode 0 是随机的，没有规律可学。没有这组对照，你只能说「窄机器预测更准」，排除不了「窄机器天生更准」这种平凡解释。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532888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lab4_lag --bench branchy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"2 4096 50" --base "--cpu o3 --bp local"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width=1,2,3,4,6,8 --jobs 6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lab4_lag0 --bench branchy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"0 4096 50" --base "--cpu o3 --bp local"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width=1,2,3,4,6,8 --jobs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439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report 的列：cycles ipc bp_committed bp_mispredicts bp_miss_rate squashed_insts squash_ratio。对照组至少看 bp_mispredicts 和 bp_miss_rate。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4d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变宽了，程序反而变慢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把误预测率折成 k/7，并解释为什么机器变宽、程序会变慢。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核变宽，每拍能做的指令多了，猜错一次扔掉的也多了。squashed_insts 跟着宽度涨。更新又来不及，bp_miss_rate 也涨。两笔加起来可以盖过变宽带来的吞吐，程序就变慢了。写代价时看 squashed_insts。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判决组的 bp_miss_rate 折算到那条 if（除掉其它分支的占比），写成 k/7。width=1 时和你 4a 的 k 对上了吗？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对照组各宽度之间的差异有没有超过 0.1%？写满三句：这说明了什么。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判决组从 width=2 到 width=4，周期发生了什么？用 bp_miss_rate 和 squashed_insts 解释：宽度买到了什么，又赔掉了什么？哪个宽度最快？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11480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width=8 时 squash_ratio 是多少？写成：每提交 1 条指令，就有 ___ 条被扔掉。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4e · 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去源码里找更新发生在哪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打开 gem5 的更新函数，确认计数器是在提交时改的，不是猜错时改的。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5852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sed -n '/^LocalBP::update/,/^}/p' gem5/src/cpu/pred/2bit_local.cc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7627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28600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猜错时执行级立刻 squash，这时会调一次 update，但 squashed 为真就直接 return，计数器不动。真正改计数器是在提交正确的分支时。所以更新点在提交，不在执行。这就是 4c 那个假设的源码形态。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7238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832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if (squashed) return; 是在什么场合进来的？分支在执行级判出错，立刻 squash，这时会调一次 update。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67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67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猜错时什么都不改，那计数器到底在什么时刻被改？在 gem5/src/cpu/o3/commit.cc 里搜 branchPred。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51376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151376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4c 的假设改写成一句关于这段源码的话。报告最后一句用这个格式：课本假设 ____；在 ____ 的机器上不成立，因为 ____；实测误预测率从 ____ 变成 ____。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5 · 20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宽度 × 预测器。负载是 mode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随机数据上把宽度和预测器一起扫，看加宽买到的加速是不是一样多。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lab4_wxbp --bench branchy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"0 4096 50"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width=1,2,4,8 --vary bp=local,tage --jobs 8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results/lab4_wxbp.csv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bp_mispredicts bp_miss_rate squashed_insts squash_ratio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844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local 和 tage 在宽度 1→8 上的加速比各是多少？同样加宽 8 倍，为什么买到的不一样多？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68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684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这里的 bp_miss_rate 随宽度基本不变，任务 4d 的判决组却变。为什么？变的是 squashed_insts。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525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宽度每翻一倍，squashed_insts 大约变成几倍？这对「要不要做 16 发射」意味着什么？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365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73659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已经决定做到 8 发射，预测器的预算该跟着涨，还是可以不动？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6 · 10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BTB：另一半问题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方向预测器不动，只改 BTB 大小，找「够用即止」的那个拐点。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lab4_btb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o3 --bp tournament"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btb-entries=8,32,128,512,4096 --jobs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results/lab4_btb.csv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bp_mispredicts bp_miss_predictor bp_miss_btb btb_hit_rate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BTB=8 时，bp_miss_btb 占 bp_mispredicts 的几成？BTB=32 时呢？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BTB 从 32 加到 4096，bp_miss_btb 少了多少，周期少了多少？拐点在哪？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用这个拐点反推 qnn 的 ROI 里有多少条静态分支，再去 bench/src/qnn.c 里数。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7 · 15 分钟 · ★交付物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先预测提升百分之几，再跑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把今天觉得有用的资源一次加满。先写预测的提升，再跑。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5054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lab4_allin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o3 --width 8 --rob 384 --iq 128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    --lq 128 --sq 64 --int-regs 512 --bp tage_sc_l"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l1d-size=32kB --jobs 1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results/lab4_allin.csv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rob_full_events iq_full_events lq_full_events sq_full_events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bp_miss_rate l1d_mlp load_to_use squash_ratio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9651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420624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一项一项加的时候，收益总被下一张满的表截住。全加上去，多半还是从一张表满换成另一张表满。qnn 那 580 万条指令一条没少。再快一截，得少发指令，实验五做的就是这个。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任务 7 · 这张表就是本次要交的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最后一行回答：再快一倍只能靠什么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填这张表。最后一句回答：资源加满之后，再快一倍只能靠什么。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2" cy="2453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8239"/>
                <a:gridCol w="2511807"/>
                <a:gridCol w="2705023"/>
                <a:gridCol w="2705023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花在哪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 上的收益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branchy 上的收益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你的判断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宽度 1→8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 192→384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不必测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LQ 32→64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不必测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IQ 64→128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不必测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local→tage_sc_l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全加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04420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51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43551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相对什么都不加的 --cpu o3，实际提升了百分之几？和你的预测差多少？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391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73915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哪张表的 FullEvents 最大？钱花光之后瓶颈是谁？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232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512320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这些「加资源」已经见顶。再快一倍只能靠什么？这就是实验五要做的事。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思考题 1 · 回收实验三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其余五问按指导书写，第 6 题留给实验五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timing 重跑实验三的替换策略，看排名按失效和按周期是不是一回事。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lab4_l3timing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timing --l1d-size 64kB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l1d-repl=lru,mru,random,lfu,bip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results/lab4_l3timing.csv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cycles ipc l1d_misses l1d_mshr_misses l1d_mlp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按失效数排名变了没有？按周期数排名呢？周期差超过 0.1% 了吗？l1d_mlp 为什么是这个值？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25E00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用一句话：「哪个策略更好」和「换策略值不值得」，分别由谁决定？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实验四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25E00"/>
                </a:solidFill>
                <a:latin typeface="微软雅黑"/>
                <a:ea typeface="微软雅黑"/>
                <a:cs typeface="微软雅黑"/>
              </a:rPr>
              <a:t>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手推表、对照组、迁移图，缺一就丢该题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必须交动手前的手推表、mode 0 对照，以及「变宽反而变慢」的解释。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22165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95185"/>
                <a:gridCol w="1324909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1+2 的预测、实测、瓶颈迁移图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3 三 mode + insts / l1d_mpki 对照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4：手推 → 对质 → 假设 → 判决 → 源码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5/6/7，含任务 7 那张表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思考题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807561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825849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825849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禁止：写 ROB 没有用；把 &lt;0.1% 当结论；不报任务 3a 就说预测器很重要；用 bp_miss_rate 论证代价（代价看 squashed_insts）。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