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实验 1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性能评价与仿真方法学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要交的决定：后面六次实验用哪个 CPU 模型。
每一页只干一步：命令、要填的表、报告里要写的几句话。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六件事，做完再写声明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按这个表做。前面的数后面还要用，别跳。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2" cy="2582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2687"/>
                <a:gridCol w="5216831"/>
                <a:gridCol w="1062687"/>
                <a:gridCol w="3477887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跑通，读懂 stats.txt 的三段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四个统计量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ROI：三段占比、加大负载、相减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四张表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四个 CPU 模型各跑一遍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results/lab1_cpu.csv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16kB 和 128kB，谁会让你选错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results/lab1_fid.csv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样本数 2～32，看 IPC 何时稳住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两张图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选做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换成 pchase 再做一次任务 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lab1_fid_pchase.csv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173321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91609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191609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交一份报告，外加一段不超过 300 字的模型选择声明，以及 results/ 里的 CSV。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仓库里没有 qnn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先编译 gem5 和基准程序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克隆下来没有 gem5.opt，也没有 bench/bin/riscv/qnn。编完再跑。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需要 python3、scons、g++、riscv64-linux-gnu-gcc。缺哪个先装哪个。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gem5 第一次是全量编译，要几十分钟。已经有 gem5.opt 就不要重编。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make 得到 qnn、gemm、pchase、branchy、stream。noroi 和 noalign 是本次对照。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scons build/RISCV/gem5.opt -j8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&amp;&amp; make noroi &amp;&amp; make noalign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0624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31596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ls 能列出这两个文件，编译才算完成。后面的 --cmd bench/bin/riscv/qnn 用的就是这里编出来的二进制。实验二到四继续用这批文件。实验五、六再分别 make dotp8、make accel。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进目录 · 全程用自己的学号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先把这三条跑通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输出目录就叫 out/lab1。后面的曲线都用你自己的种子。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尖括号换成学号后四位，不要原样输入。seed 不同，曲线拐点会不同。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小于 0.1% 的差异写成「没有差异」，不许解释。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stats.py 不写段号就是第 1 段，也就是 ROI。0 是启动，2 是收尾。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export GEM5_BIN=$PWD/gem5/build/RISCV/gem5.opt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$GEM5_BIN --outdir=out/lab1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--cmd bench/bin/riscv/qnn --options "8 &lt;学号后四位&gt;" --cpu o3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out/lab1/stats.txt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out/lab1/stats.txt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86460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gem5 是确定性的：二进制和配置不变，结果就不变。但命令行字符串躺在初始栈上，路径多二十来个字符，栈就平移，Cache 组跟着变，周期能差几十。所以小于 0.1% 一律写成没有差异。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后面每次扫描都用这一对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sweep 出表，report 看列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单点用 gem5，一组配置用 sweep。比方案看周期，不要只看 IPC。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我的扫描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cpu=atomic,timing,minor,o3 --jobs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results/我的扫描.csv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017520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017520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gem5 是单线程。--jobs 不要超过机器的核数，一个进程大约占 1GB 内存。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319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结果表在 results/&lt;名字&gt;.csv，原始输出在 out/sweeps/&lt;名字&gt;/。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159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终端没有 stats.txt：先看 run.log，多半是 --cmd 路径错了，或 --options 没加引号。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5488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86460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两套方案比快慢，写周期数。IPC 单独看会看走眼：实验五把指令数砍掉以后，IPC 下降，周期其实少了。指令数一样的时候（只改 Cache），IPC 才能直接比。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1 · 20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跑通，并读懂三段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o3 把 qnn 跑通，分清 stats.txt 里三段各是哪段代码。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o3 跑 qnn，样本数 8，带上学号后四位。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打开这次的 stats.txt，数有几段 Begin Simulation Statistics。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stats.py 把第 0、1、2 段各打一遍，对照你手工找到的数。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$GEM5_BIN --outdir=out/lab1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--cmd bench/bin/riscv/qnn --options "8 &lt;学号后四位&gt;" --cpu o3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out/lab1/stats.txt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out/lab1/stats.txt 0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out/lab1/stats.txt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记下：simInsts、system.cpu.numCycles、system.cpu.ipc、hostSeconds。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95604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两处 ROI 标记都是「转储并重置」（编码 0x8400007b，custom-3 空间里的 gem5 伪指令）。退出时再转储一次，于是 stats.txt 切成三段：第 0 段是 libc 启动，第 1 段是 ROI，第 2 段是收尾。stats.py 默认取第 1 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1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第 0 段启动，第 1 段 ROI，第 2 段收尾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解释收尾段为什么指令很少，IPC 却只有 0.4 左右。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周期数 = 指令数 ÷ IPC。启动段指令占比不大，IPC 却低得多，周期占比就被放大。不划 ROI，测到的是 glibc 的启动。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377440"/>
          <a:ext cx="10820093" cy="14849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295"/>
                <a:gridCol w="4057535"/>
                <a:gridCol w="5603263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段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从哪到哪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测到的是什么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程序开始 → ROI_BEGIN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libc 启动，和算法无关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ROI_BEGIN → ROI_END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内核，stats.py 默认取这段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ROI_END → 退出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收尾，通常没有热循环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3972153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8304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8304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第 2 段指令数不到一万，IPC 却只有 0.4 左右。那段代码在干什么？它有循环吗？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21961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40249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740249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第 0 段指令数是 0：你跑的是 _noroi，整份 stats.txt 只有一段。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2（a）· 用任务 1 那一次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三段各占多少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不用再跑。用刚才那一次，算启动和 ROI 各占多少指令、多少周期。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不用再跑。把任务 1 的三段填进这张表。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47088"/>
          <a:ext cx="10820091" cy="19432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5904"/>
                <a:gridCol w="1697269"/>
                <a:gridCol w="1697269"/>
                <a:gridCol w="1909428"/>
                <a:gridCol w="1697269"/>
                <a:gridCol w="1272952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段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指令数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占全程序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占全程序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 段 启动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段 ROI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段 收尾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90009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1099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21099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启动段占指令的百分之几，占周期的百分之几？用「周期数 = 指令数 ÷ IPC」解释为什么差这么多。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9504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59504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如果拿全程序 IPC（合计指令 ÷ 合计周期）当 qnn 的性能，相对内核 IPC 低估多少倍？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2（b）· 再跑一次样本数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加大负载能不能代替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样本改成 64 再跑一次，看把负载加大能不能代替划 ROI。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$GEM5_BIN --outdir=out/lab1_64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--cmd bench/bin/riscv/qnn --options "64 &lt;学号后四位&gt;" --cpu o3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framework/stats.py out/lab1_64/stats.txt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724912"/>
          <a:ext cx="10820091" cy="1231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727"/>
                <a:gridCol w="2125375"/>
                <a:gridCol w="2125375"/>
                <a:gridCol w="2511807"/>
                <a:gridCol w="2511807"/>
              </a:tblGrid>
              <a:tr h="4264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启动段指令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启动段周期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占全程序指令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占全程序周期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06578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766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3766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启动段的绝对开销变了吗？占比呢？不划 ROI 时，把负载加大能不能代替划 ROI？代价是什么？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15596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92532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启动段的绝对开销不随样本数变，占比会下降。加大负载能稀释它，但主机时间几乎线性增加。布局一旦不同，相减也不能代替划 ROI。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2（c）· 先跑这四个二进制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两次测量相减靠不靠得住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四个二进制只差编译选项。用它们检验「两次测量相减」靠不靠得住。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qnn_noroi 没有 ROI 标记，stats.txt 只有一段，就是整个程序。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qnn_noalign 与 qnn 源码相同、优化相同，只是编译时没加对齐参数。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全程序周期 = 该二进制所有统计段的周期数之和。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b in qnn qnn_noroi qnn_noalign qnn_noalign_noroi;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echo -n "$b  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$GEM5_BIN --outdir=out/c_$b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--cmd bench/bin/riscv/$b --options "8 &lt;学号后四位&gt;" --cpu o3 2&gt;&amp;1 | tail -1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8056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59028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qnn_noroi 只少了两条伪指令，代码布局已经和 qnn 不同。O3 每周期只能从一个 64 字节对齐的块里取指令：循环体跨在边界上，每次迭代要取两次。这和 Cache 容量无关，相减会把这个假差异算进去。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2（c）· 填表，再量两个数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地址 mod 64，以及取指停顿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查出热函数落在 64 字节块的哪里，看慢的是不是「没加对齐参数」。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1" cy="18507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8057"/>
                <a:gridCol w="1152960"/>
                <a:gridCol w="1152960"/>
                <a:gridCol w="1773786"/>
                <a:gridCol w="1951164"/>
                <a:gridCol w="1951164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二进制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 ROI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有对齐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全程序周期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dot_i8 mod 64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取指停顿占比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qnn_noroi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qnn_noalign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qnn_noalign_noroi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441801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597249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riscv64-linux-gnu-nm bench/bin/riscv/&lt;名字&gt; | grep dot_i8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-E 'fetch.cacheLines|icacheStallCycles' out/c_&lt;名字&gt;/stats.txt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11065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4520793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看地址 mod 64，不要看「有没有加对齐参数」这几个字。qnn_noalign 没加对齐参数，只要热函数碰巧落在对齐的位置，它就不慢。icacheStallCycles 占总周期的比例，是这条解释的直接证据。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2（c）·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先别写「加了对齐就快」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先用 mod 64 把四行对一遍，再决定能不能写「加了对齐就快」。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相减只在两次测量的代码布局一致时成立。bench/Makefile 强制对齐，就是为了摁住这种和设计无关、却能到 3 倍的干扰。先自己写规则，再打开 Makefile 看那段注释。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对齐的那一对：相减法和你在 (a) 里直接读到的启动段，差多少？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没对齐的那一对：全程序周期差几倍？指令数差多少？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把四行的 mod 64 和周期数对应着看。qnn_noalign 没有对齐参数，它慢了吗？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O3 每周期只能从一个 64 字节对齐的块里取指令。循环体跨在块边界上，每次迭代要取几次？icacheStallCycles 占总周期的百分之几？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988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4988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两条规则：什么时候可以相减？Makefile 为什么要强制加对齐？先写你自己的答案，再看注释。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3 · 30 分钟 · 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 CPU 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同一份 qnn，四个模型各跑一遍，比谁快、谁的 IPC 像 o3。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lab1_cpu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cpu=atomic,timing,minor,o3 --jobs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results/lab1_cpu.csv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insts cycles ipc host_seconds host_inst_rate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l1d_miss_rate l1d_mshr_mpki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478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表在 results/lab1_cpu.csv。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9319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作图：横轴仿真速率（指令/秒），纵轴 IPC，四个点标上模型名。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7083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48056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atomic 把访存当成马上完成，拿来看程序跑没跑对。timing 会真的去访问 Cache，但一条访存没回来，后面全停着，延迟会被放大。minor 是顺序流水线，失效一次整条管线停住。o3 可以好几次失效叠在一起。所以前面三个跑得快，拿来选方案经常选错。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3 · 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相对 o3 的 IPC 误差一起算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把便宜模型的 IPC 和 o3 比，看它能不能拿来代替 o3。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0" cy="19432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727"/>
                <a:gridCol w="1545727"/>
                <a:gridCol w="1255903"/>
                <a:gridCol w="1545727"/>
                <a:gridCol w="1738943"/>
                <a:gridCol w="3188063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IPC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主机耗时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指令/秒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o3 的 IPC 误差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atomic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timing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o3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53433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523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84523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atomic 和 minor 的 IPC 接近，主机耗时差 4 倍多。看 L1D 失效率：atomic 能代替 minor 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2928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2928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timing 和 atomic 都是一次一条指令，为什么 timing 的 IPC 低得多？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333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61333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o3 的 IPC 大约是 minor 的 6 倍。多发射、乱序、访存重叠各贡献了什么？这次只写定性判断。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4 · 30 分钟 · ★核心 · 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便宜的模型会不会让你选错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 选 16kB 还是 128kB。用三个模型各答一次，看谁会让你选错。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设计问题：L1 数据 Cache 选 16kB 还是 128kB？以 o3 为这次的参考答案。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0253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lab1_fid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cpu=timing,minor,o3 --vary l1d-size=16kB,128kB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results/lab1_fid.csv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l1d_miss_rate l1d_mshr_mpki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931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74904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容量翻一倍，命中要多 1 拍，见 cssys_se.py 里的 scaled_latency()。timing 不会把访存叠起来，这 1 拍会被它放大成整段都在等，它就会觉得大 Cache 更差。minor 失效一次就停住，16kB 和 128kB 在它看来差不多。o3 能把多次失效叠在一起，大 Cache 的好处才出得来。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4 · 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每个模型选谁，选对了没有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每个模型圈出一个容量，再对照 o3，写下选对了没有。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1" cy="1781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943"/>
                <a:gridCol w="2125375"/>
                <a:gridCol w="2318591"/>
                <a:gridCol w="2318591"/>
                <a:gridCol w="2318591"/>
              </a:tblGrid>
              <a:tr h="4652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16kB 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128kB 周期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该模型选谁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选对了吗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minor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o3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37303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8393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68393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三个模型给出了几种结论？每种结论背后的机制是什么？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6798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06798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timing 认为大 Cache 更差。错在哪？看 scaled_latency()：容量翻倍，命中延迟 +1。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5203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45203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minor 认为两者几乎一样。错在哪？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3607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83607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后面六次实验你用哪个模型？只关心指令数、不关心时序的那次，会不会换一个更快的？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5 · 20 分钟 · 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样本数要多大才够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样本从 2 加到 32，找 IPC 已经稳住、机器又跑得动的规模。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7797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n in 2 4 8 16 32;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$GEM5_BIN --outdir=out/scale_$n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--cmd bench/bin/riscv/qnn --options "$n &lt;学号后四位&gt;" --cpu o3 &amp;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wait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n in 2 4 8 16 32;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echo -n "$n: 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framework/stats.py out/scale_$n/stats.txt | python3 -c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"import json,sys; d=json.load(sys.stdin); print(d['insts'], round(d['ipc'],4), d['host_seconds'])"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708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44805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样本太小的时候，启动和冷 Cache 还占着，IPC 会变。大到工作集开始重复，IPC 就停在平台上。主机耗时大致跟指令数走，也就是跟样本数走。工作集会随 N 涨过 Cache 的程序，缩小规模测到的是另一个程序。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5 · 画两张图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IPC 对样本数，主机耗时对样本数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用这两张图决定：后面一次扫 20 个配置，样本数选多大。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20 个配置、8 个核：扫描总耗时 ≈ 单点耗时 × ⌈20/8⌉。IPC 已经上了平台之后再加大样本，只增加墙钟时间，不改变结论。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IPC 从第几个样本数开始基本不变？变化幅度是多少？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主机耗时和样本数是什么关系？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一次扫描 20 个配置、机器 8 个核，你选多大的样本数？把扫描总耗时算出来。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什么样的程序不能靠减小规模？想工作集和 Cache 容量的关系。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任务 6 · 选做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 pchase，再做一次任务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换成没有空间局部性的负载，看任务 4 的排序还成不成立。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lab1_fid_pchase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pchase --bench-args "256 200000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cpu=timing,minor,o3 --vary l1d-size=16kB,128kB --jobs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83464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pchase 下一步去哪，要等这一次 load 回来才知道。你在 qnn 上看到的「谁选对了 128kB」，换这个程序可能对不上。模型选择得写明是针对哪类程序。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2102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319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换了负载以后，各模型的排序结论变了吗？如果变了，你的模型选择要加什么前提？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思考题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四问，都要指向你自己的数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用你自己的数说：误差多大还能用来选方案，仿真贵在哪里。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我们要的是排序还在：A 比 B 快，模型也这么说。IPC 和真机差一截，只要没把方案选反，这门课还能用。hostInstRate 大约 3×10⁵。真机上 1 秒的程序（2GHz、IPC=1）大约 2×10⁹ 条指令，o3 要仿好几个小时，所以才划 ROI、才把样本缩小。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5175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「模拟器误差 20% 所以没用。」用你的数据反驳或支持，分开写绝对值和排序。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03580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hostInstRate 大约 3×10⁵。一个真机上跑 1 秒的程序（2GHz、IPC=1），o3 要仿多久？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98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198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「限制样本数」和 --maxinsts N 有什么区别？哪一种更容易得出错误结论？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039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039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ROI 不含权重初始化。一个需要预热才起效的大 Cache，这样划会不会对它不公平？你怎么改？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实验一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表、图、声明、CSV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交表、图，外加一段不超过 300 字的模型选择声明。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1～5 的全部表格和图。图要有坐标轴标签和单位。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每一问的回答都指向你自己跑出来的数。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不超过 300 字的模型选择声明：用哪个模型、为什么、什么情况下它会误导你。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results/ 下你生成的 CSV。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2384"/>
            <a:ext cx="10820095" cy="53035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182112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声明里写：后面用哪个模型，你凭任务 4 的哪一列这么定，以及换到 pchase 这类程序时它会在哪选错。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94176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12464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12464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2E5C8A"/>
                </a:solidFill>
                <a:latin typeface="微软雅黑"/>
                <a:ea typeface="微软雅黑"/>
                <a:cs typeface="微软雅黑"/>
              </a:rPr>
              <a:t>分析质量占 40%，跑通占 30%。一张没有解释的满表，低于一张把机制说清楚的三点图。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