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实验 7</a:t>
            </a:r>
            <a:r>
              <a:rPr sz="15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　|　计算机系统综合设计实验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692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综合设计与答辩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8152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5000"/>
              </a:lnSpc>
            </a:pPr>
            <a:r>
              <a:rPr sz="19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要交的决定：600 A 预算以内，把 qnn 跑到最快，怎么配。
带上实验六思考题 Q6。本次不编译。任务 4 最多跑 20 个仿真点。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计算机系统综合设计实验　·　4 学时　·　按指导书操作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今天按这个顺序做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任务 4 的仿真放后台，不要干等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先称重量，再在 600 A 里找最快的配置。任务 4 最多跑 20 个点。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2" cy="2800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9036"/>
                <a:gridCol w="5362170"/>
                <a:gridCol w="1053283"/>
                <a:gridCol w="3255603"/>
              </a:tblGrid>
              <a:tr h="368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做完要有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把实验六的配置称一遍，重答 Q6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带单位的那一句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给纯软件基线称重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 / A / E，以及错配的那个部件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用老师给的单点表，找免费午餐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既省面积又更快的旋钮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★★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预算 600 A，最多 20 个点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事前写的搜索策略 + 20 行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★★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四个点的对照，不占那 20 个名额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两笔代价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六个指标各排一次名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至少一对排名反转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答辩 5 分钟，一页 slide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第四问：结论怎么翻车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391680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409968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409968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面积只由 config.ini 决定，全班应当逐位相同。时间因种子差大约 1%。面积和同学不同，就 diff 两份 config.ini。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本次不编译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用实验六留下的二进制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这四个文件缺一个，就先回去把实验一的 make 和实验六的 make accel 做完。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ls gem5/build/RISCV/gem5.opt bench/bin/riscv/qnn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bench/bin/riscv/qnn_accel bench/bin/riscv/qnn_accel_b4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5059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56032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本次不重编译。qnn 来自实验一的 make，qnn_accel 和 qnn_accel_b4 来自实验六的 make accel。gem5.opt 必须已经带上加速器，否则 --accel 不认识。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秤只有这一个命令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称的是你实际跑出来的那次，不是你以为的配置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area.py 读的是这次输出目录。配置敲错了，它会照实称错的那次。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framework/area.py --model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framework/area.py out/lab7/base --detail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framework/area.py out/sweeps/某次/p*/ --csv &gt; results/mine.csv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9992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参数给的是 gem5 的 --outdir，不是 stats.txt。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3832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area.py 自动取第 2 个统计块。它警告「没有第二个统计块」：这次数据作废，重跑。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67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767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报告里每个数字都要能追溯到一个输出目录。种子写在封面上。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06240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315968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面积只看 config.ini，和种子无关，全班应当逐位相同。周期和能量才跟种子走，差 1% 上下是正常的。area.py 称的是这次输出目录里真正跑过的配置，命令行敲错了它会照实报出来。它自动取第 2 个统计块，也就是 ROI。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1 · 15 分钟 · 开场就做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把实验六的最终配置称一遍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把实验六那套配置称一遍，看加速器占了多少面积。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gem5/build/RISCV/gem5.opt --outdir=out/lab7/l6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framework/cssys_se.py --cmd bench/bin/riscv/qnn_accel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--options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--cpu o3 --accel l2bus --accel-pe 32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framework/area.py out/lab7/l6 --detail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58444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这个系统一共多少 A？加速器占百分之几？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684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684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你当时说的「两倍面积」换成 A 是多少？多出来的那部分是多少 A？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52544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52544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你当时选的那个改动实际要花多少 A？pe 从 32 加到 64 是多 32 个 MAC，一个 MAC 按 1.0 A。再称一遍验证。它占「多出来的面积」的百分之几？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1 · 重答实验六 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必须带单位。事后补的按 0 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A 做单位重答「两倍面积用来干什么」。没有单位的预测无法对账。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「两倍面积」没写单位，就没法拿今天的秤去对。pe 从 32 加到 64 只多 32 个 MAC，模型里一个 MAC 是 1.0 A，相对整颗芯片很小。实验六算过：加速器时间降到 0，还剩 CPU 那段，再多装几个加速器也过不去。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「两倍面积」这个说法问题出在哪？真给你那么多面积，能装下几个加速器？装下之后，相对实验六算过的 Amdahl 上界，还能快多少？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4670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重答格式：「我选 ___，它要花 ___ A（占基线的 ___%），预计收益 ___×，依据是 ___」。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85616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03904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803904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不按当初猜对没有给分。按你现在能不能说清那句预测为什么无法证伪给分。老实写「当初没有单位，所以既不能证实也不能证伪」，高于硬圆一句「我早就想到了」。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2 · 15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纯软件基线，面积去哪了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给纯软件基线称重，记下 T、A、E。后面所有比较都相对这三个数。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gem5/build/RISCV/gem5.opt --outdir=out/lab7/base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framework/cssys_se.py --cmd bench/bin/riscv/qnn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--options "8 0xNNNN" --cpu o3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framework/area.py out/lab7/base --detail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01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3101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抄下基线的 T、A、E，以及 ADP、EDP。后面一切比较都相对这五个数。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941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6941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核心和 Cache 各占面积的百分之几？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78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78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核心内部最大的一项是哪个，占核心的百分之几？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622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4622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能量最大的一项是哪个？泄漏占百分之几？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846320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找出面积占比和能量占比最不匹配的部件。去 stats.txt 比 icache.overallAccesses::total 和 dcache.overallAccesses::total。这就是第一个免费午餐。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3 · 用老师已经跑好的表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要么全用老师的，要么全用自己的，不要混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用已经跑好的单点表，看每个旋钮花多少面积、省多少时间。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一次只动一个旋钮，测的是 (ΔA, ΔT)。面积对全班相同，时间会因种子差大约 1%。老师的种子是 0x01352505。混用两套时间，1% 的差别会被你解释成设计结论。auto-latency 默认开着：容量变小，命中可以更快，所以有的旋钮往小拧既省面积又更快。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651759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文件：labs/lab7/参考数据/lab7_single.csv 。已经带 area、energy、adp、edp、ed2p。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7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035807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老师的种子是 0x01352505。面积和你相同，时间会差 1% 上下。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198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4198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七个旋钮：l1i-size、l1d-size、l2-size、width、rob、iq、int-regs。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0390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80390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想自己验一个旋钮再用附录 A 的 sweep，然后 area.py --csv。主时间留给任务 4。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42815"/>
            <a:ext cx="10820095" cy="56692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261103"/>
            <a:ext cx="365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261103"/>
            <a:ext cx="99056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噪声地板 0.1%。时间变化在这以内就写成没有变，不要写成更快。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3 · 先做这张总表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每行一个配置点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找出既省面积又更快的旋钮。这就是后面能白捡的预算。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列：旋钮、取值、T、A、E、相对基线的 ΔT（%）、ΔA。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95681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有的旋钮调小以后，面积少了，周期也少了。能量和面积经常对不上：去比 icache 和 dcache 的 overallAccesses，访问少的那一块，能量占比会小很多。泄漏大致按面积乘时间算。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0540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有几个旋钮往更小拧，ΔA&lt;0 而且 ΔT&lt;0？全部列出来。一共省多少 A，占基线百分之几？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43814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每一个这样的旋钮，为什么会更快？auto-latency 默认是开的。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221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82219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l2-size 从 128kB 再砍到 64kB 会怎样？免费的边界在哪，你怎么知道没踩过去？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3 · width = 6 是陷阱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先按定义查，再数它赢了几个指标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把宽度 2、4、6、8 四个点摊开，看 6 是不是又贵又几乎不快。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width = 2 / 4 / 6 / 8 的 T、A、E 列出来。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width-6 比 width-4 快多少？多花多少 A、多少能量？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完全支配 = 面积更小而且时间更短。width-6 被 width-4 完全支配了吗？先写是或否。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再算 T / A / E / ADP / EDP / ED²P，数 width-6 一共赢了几个。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0175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 28 个点里至少找出三对（支配者，被支配者）。被支配的那个为什么还在 gem5 默认配置里？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015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4015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width-8 在哪几个指标上赢 width-6，哪个上输？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台阶为什么卡在 6 和 8 之间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51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4151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去 stats.txt 查 commit.instsCommitted::total 和 fetch.predictedBranches。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35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4535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两者相除 = 平均多少条指令遇到一次跳转。再算 ceil(这个比值 / w)，w = 2、4、6、8 各算一遍，和四个 T 比。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19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919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按性价比 (−ΔT/T0) / ΔA 给所有要花钱的旋钮排序。排第一的就是任务 4 的购物清单。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4 · 先选路线，再花 20 个点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只在前两类里打转，上限大约 1.08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先选定软件路线。只调 Cache 和核，上限大约 1.08 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只改 Cache 和核，指导书里这档最好大约 1.08 倍。换上实验五的指令大约 5.4 倍，换上实验六的加速器大约 16 倍。qnn_accel_b2 和 qnn_accel 硬件一样，面积相同。先定用哪一个二进制，后面调参都在这一档里面。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377440"/>
          <a:ext cx="10820093" cy="17077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5375"/>
                <a:gridCol w="5216831"/>
                <a:gridCol w="3477887"/>
              </a:tblGrid>
              <a:tr h="44586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你动什么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预算内能到的量级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不换二进制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只调 Cache 和核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1.08×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实验五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qnn_dotp8x4c + --dotp8-lat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5.40×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实验六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qnn_accel* + --accel + batch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16.26×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194901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213189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4213189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qnn_accel_b2 和 qnn_accel 的硬件完全一样，面积逐位相同。换这个二进制不花钱。第一个决定就已经决定了上限在哪一档。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4 · 允许动的旋钮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硬约束：A ≤ 600.0 ，目标是 ROI 的 T 最小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面积不超过 600 A，把 ROI 的周期压到最小。最多跑 20 个点。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19432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727"/>
                <a:gridCol w="9274367"/>
              </a:tblGrid>
              <a:tr h="4070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可以动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l1i-size l1d-size l1d-assoc l1d-mshrs l2-size l2-assoc l1d-repl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width rob iq lq sq int-regs bp btb-entries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 ；qnn_dotp8x4c + dotp8-lat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加速器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 / b2 / b4 / b8 + accel、pe、outstanding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534338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534338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任务 3 没扫的三个：btb-entries 默认 4096，lq / sq 默认各 32。花两个点试试。qnn 的 ROI 只有 8 万多条指令。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9270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419270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超过 20 个点的部分不计入评分，并按超出的点数倒扣。跑废的、超预算的也要记，占名额。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3161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474134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600 A 卡在默认配置装不下的地方，默认 o3 加 256kB L2 大约 836 A。任务 2、3 里那些「往小拧又更快」的旋钮，就是把这 200 多 A 省出来的办法。省出来的钱买什么，才是这次搜索。btb 默认 4096、lq/sq 默认 32，任务 3 没扫，qnn 的 ROI 只有大约 8 万条指令，这两项可能是 20 个点里最便宜的。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4a · 跑之前写在报告里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有任何仿真结果之前写完。事后补记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跑之前写下搜索策略、20 个点怎么分、你预测的最优配置。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搜索策略：贪心、坐标下降、先粗后细，还是先做免费动作再买东西？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20 个点怎么分配。例如：5 个点定 L2，3 个点定二进制，……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你预测的最优配置，以及它的 T。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助教会拿 4b 的时间戳对照。先写完再敲命令。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7238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4b 每一行都要有这六列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3383280"/>
          <a:ext cx="10820091" cy="14849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3283"/>
                <a:gridCol w="3064097"/>
                <a:gridCol w="1149036"/>
                <a:gridCol w="1340542"/>
                <a:gridCol w="1723554"/>
                <a:gridCol w="2489579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在预算内？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为什么跑这一点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…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4c · 4d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最优配置，以及剩下的钱为什么不花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交出最优的那行命令，并说明剩下的面积为什么不再花。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792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交出完整命令行、A、T、E、相对基线的加速比、预算裕量（还剩多少 A）。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1762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裕量为什么没花掉？是没东西可买，还是能买的都不划算？写出你考虑过又放弃的选项。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560320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如果裕量小于 5A：不许用「我试过了没用」回答。看 macsPerCycle 和 bytesPerCycle 随 pe 的两条曲线，哪一条钉死不动。屋顶 ÷ 另一条 = 算术强度。反算最后一个有用的 MAC 是第几个，再和预算比。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73552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291840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291840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600A 是故意卡在默认配置装不下的位置。任务 2 和任务 3 已经把钱省出来了。问题只是省出来的钱买什么。关掉 auto-latency 的结论不算数。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5 · ★★ 这 4 个点不占 20 个名额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同一个硬件改动：8 发射砍成 4 发射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同一刀「8 发射砍成 4」，分别砍在纯软件和加速器上，这 4 点不占名额。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先从任务 4 挑一个至少改了三个旋钮的配置。用任务 3 的单点 Δ 做加法，预测它的 T。说明你用的是连乘还是连加。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1396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和实测比。误差多少？高估还是低估？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237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52374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下面四个点的其它参数都用你任务 4 里那套免费动作，保持一致。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2962656"/>
          <a:ext cx="10820092" cy="18507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9031"/>
                <a:gridCol w="5834364"/>
                <a:gridCol w="1909428"/>
                <a:gridCol w="1697269"/>
              </a:tblGrid>
              <a:tr h="3877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二进制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发射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T、A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X2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发射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T、A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qnn_accel_b2 + l2bus + pe 32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发射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T、A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qnn_accel_b2 + l2bus + pe 32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发射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T、A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5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两个代价会差一个数量级以上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算出两笔代价，解释为什么同一刀在两个程序上价钱差这么多。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代价 = (砍窄之后的 T − 原来的 T) / 原来的 T 。纯软件用 X1/X2，加速器用 X3/X4。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95681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别的旋钮停在基线上测到的 ΔT，乘起来或加起来，常常对不上几个旋钮一起改的结果。同一刀从 8 发射砍到 4 发射：纯软件 ROI 大约 580 万条指令，加速器版本只剩大约 8 万条。宽度原来在对付的那些指令，大部分已经不在 CPU 上了。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19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28415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328415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先写下两个代价，再解释。两个程序的 ROI 指令数差大约 68 倍。乱序核的宽度在服务谁？那个对象被搬到加速器上之后，宽度还在服务谁？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8678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98678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写成一句：一个硬件改动值不值，取决于 ___。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70831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370831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同一个「L2 从 256kB 砍到 128kB」：在 qnn 上省 164.6A 并快约 2.2%；在 qnn_accel 上省同样的面积，只快约 0.36%。为什么？搬运的字节数是一样的。回去看实验六：那 820KB 从哪来。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6 · 10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换指标，冠军就换人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同一批配置按六种指标各排一次名，看冠军是不是同一个人。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按周期最短、面积最小、能量最小、ADP 最小排出来的，常常不是同一个配置。性能/面积和 1/ADP 是同一个数，报告里写成两个指标，任务 6 记 0。停在前沿上只说明没有另一个点全面比它好，不说明它值得买。width=6 就是这种点。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3774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把任务 3 和任务 4 的所有点放进一张表。按 T、A、E、ADP、EDP、ED²P 各排一次，都是越小越好。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7614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六个冠军分别是谁？有几个不同的配置当过冠军？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455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1455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找出至少一对 (X, Y)：X 在某个指标赢 Y，在另一个指标输给 Y。两组数字并排。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5295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你任务 4 的最优配置，如果指标从 T 换成 EDP，还是最优吗？不是的话新的最优是什么？说明要不要重跑即可。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13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9136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取两个配置，验证「性能/面积 = 1/ADP」。然后说明为什么很多人把这两个当成两个独立指标。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52544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70832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370832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报告里同时把「性能/面积」和「ADP」并列成两个指标的，任务 6 记 0。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任务 7 · 答辩 5 分钟，只投一页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第四问占答辩分的一半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5 分钟、一页。重点是：你的结论最可能因为哪条假设翻车。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4813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你交的配置：一行命令，加上 A / T / 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653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8653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为什么这么配：最关键的两个决定，各用一个数字。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94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2494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放弃了什么：一个认真考虑过的方案，和放弃它的定量理由。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633472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结论最可能怎样翻车：area.py --model 里哪一条系数如果错 2 倍，结论会反过来？哪一条、往哪边错、结论变成什么。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2918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答不出第 4 问，前三问答得再好也只有答辩分的一半。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0752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749040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9040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答辩后别的组必须提一个问题，问题质量计入提问组。好问题带着一个可以查的量，例如：L1D 砍到 8kB 时，加速器的 snoop 命中率你查过没有？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一页纸 · 给没上过这门课的项目经理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计入任务 7 的分数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写给没上过课的人：决定是什么、依据哪三个数、放弃了什么、风险在哪。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读者没上过这门课。写决定、最多 3 个数字、放弃了哪一个方案、area.py 里哪条系数若错一倍结论会反过来。周期数和 ADP 以外的词换成白话。答辩第 4 问占一半分。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3774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标题用《qnn 推理芯片配置定案（600 A 预算）》。一页 A4。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7614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必须有：决策、依据（不超过 3 个数字）、放弃了什么、风险（哪条模型假设最可能让结论翻车）。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455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1455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不许出现「周期数」「ADP」以外的术语。要解释就用大白话。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5295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报告封面：姓名、学号、种子、最终那行命令。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13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9136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报告里一张表：基线 vs 最优，T / A / E / ADP / EDP 并排。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29768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一张 (A, T) 散点图，标出帕累托前沿和 A=600 的竖线。任务 4 的 20 个点全部列出，包括跑废的。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8172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50" b="1">
                <a:solidFill>
                  <a:srgbClr val="C1272D"/>
                </a:solidFill>
                <a:latin typeface="Consolas"/>
                <a:ea typeface="微软雅黑"/>
                <a:cs typeface="Consola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68172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4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思考题至少 3 题，其中必须有第 6 题（把一条系数改成 0.5 倍和 2 倍，看哪些结论翻了）。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实验七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分数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4a 和任务 1 的重答必须是事前写的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搜索策略和任务 1 的重答必须事前写。事后补的按 0 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29824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22825"/>
                <a:gridCol w="1697269"/>
              </a:tblGrid>
              <a:tr h="3489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板块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1 对账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2 基线称重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3 单点，含 width-6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4 预算搜索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5 不可加性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6 换指标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7 答辩（第 4 问占一半）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思考题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