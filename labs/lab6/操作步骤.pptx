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实验 6</a:t>
            </a:r>
            <a:r>
              <a:rPr sz="15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　|　计算机系统综合设计实验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65960"/>
            <a:ext cx="969264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5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软硬件协同 II：加速器集成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081528"/>
            <a:ext cx="8778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35000"/>
              </a:lnSpc>
            </a:pPr>
            <a:r>
              <a:rPr sz="19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要交的决定：接在哪、算力多大、outstanding 多深、软件配合什么。
带上实验五的那页建议。编译约 3 分钟，用来做任务 2。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897880"/>
            <a:ext cx="1082009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0">
                <a:solidFill>
                  <a:srgbClr val="9AA3AD"/>
                </a:solidFill>
                <a:latin typeface="微软雅黑"/>
                <a:ea typeface="微软雅黑"/>
                <a:cs typeface="微软雅黑"/>
              </a:rPr>
              <a:t>计算机系统综合设计实验　·　4 学时　·　按指导书操作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今天按这个顺序做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每跑完一批都要核对 checksum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先让加速器算对，再决定接在哪、算力多大、软件怎么配合。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4" cy="2800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9740"/>
                <a:gridCol w="5263830"/>
                <a:gridCol w="1072261"/>
                <a:gridCol w="3314263"/>
              </a:tblGrid>
              <a:tr h="3683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顺序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做什么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分钟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做完要有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 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装加速器、打 TLB 补丁、核对 fence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四格 checksum 表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 ★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编译期间把 Roofline 三个坐标算完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2×4 预测表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 ★★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挂载点 × pe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lab6_where_pe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outstanding，反推延迟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lab6_out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 ★★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batch，把点画上 Roofline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30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lab6_batch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 ★★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Amdahl、L2 交叉、没去内存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25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三个意外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★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一页纸，四个决定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不超过 400 字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4391680"/>
            <a:ext cx="10820095" cy="859536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4409968"/>
            <a:ext cx="365760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4409968"/>
            <a:ext cx="9905695" cy="859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checksum 必须等于同一个 seed 下基线 qnn 的值。错了就停。测量统一用 --cpu o3。卡在算力还是带宽，只看 accel_stall_frac。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基线 qnn 还没有就先编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加速器二进制是下一步才编的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仓库里没有可执行文件。qnn 先有，qnn_accel 等任务 1a 的 make accel。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~/cssys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test -x gem5/build/RISCV/gem5.opt || (cd gem5 &amp;&amp; scons build/RISCV/gem5.opt -j8)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test -x bench/bin/riscv/qnn || (cd bench &amp;&amp; make &amp;&amp; cd ..)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ls gem5/build/RISCV/gem5.opt bench/bin/riscv/qnn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999232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3108960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没有 gem5.opt 时，任务 1a 的 scons 是全量编译，要几十分钟，不是 3 分钟。qnn 的 md5 现在记下来。make accel 不会改这个文件。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1a · 装上，打补丁，编译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编译的 3 分钟去做任务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装上加速器并给 MMIO 打上不可缓存。编译的 3 分钟去做任务 2。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22311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cp gem5/src/arch/riscv/tlb.cc gem5/src/arch/riscv/tlb.cc.bak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labs/lab6/src/install_dotp8_accel.py gem5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labs/lab6/src/patch_riscv_tlb.py gem5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gem5 &amp;&amp; scons build/RISCV/gem5.opt -j8 &amp;&amp; cd ..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bench &amp;&amp; make accel &amp;&amp; cd ..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md5sum bench/bin/riscv/qnn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diff gem5/src/arch/riscv/tlb.cc.bak gem5/src/arch/riscv/tlb.cc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22192"/>
            <a:ext cx="10820095" cy="841248"/>
          </a:xfrm>
          <a:prstGeom prst="roundRect">
            <a:avLst>
              <a:gd name="adj" fmla="val 4500"/>
            </a:avLst>
          </a:prstGeom>
          <a:solidFill>
            <a:srgbClr val="F6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3840480"/>
            <a:ext cx="3657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3840480"/>
            <a:ext cx="9905695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eaLnBrk="1" hangingPunct="1" latinLnBrk="0">
              <a:lnSpc>
                <a:spcPct val="125000"/>
              </a:lnSpc>
            </a:pPr>
            <a:r>
              <a:rPr sz="1450" b="1">
                <a:solidFill>
                  <a:srgbClr val="C1272D"/>
                </a:solidFill>
                <a:latin typeface="微软雅黑"/>
                <a:ea typeface="微软雅黑"/>
                <a:cs typeface="微软雅黑"/>
              </a:rPr>
              <a:t>基线 qnn 的 md5 应仍是 f2825f24ce6bb3941f732bfb77cf2dbe。变了就是改错文件了。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6577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506577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补丁改了几行？它把 translate() 换成 lookup()，为什么反而少查一次页表？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498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54498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UNCACHEABLE 和 STRICT_ORDER 各防什么？一个防 Cache，一个防乱序核的投机执行。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五个二进制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nofence 是反面教材，只少了一条 fence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先跑通主版本，checksum 必须和同一个种子下的基线 qnn 相同。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4" cy="155923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57535"/>
                <a:gridCol w="6762559"/>
              </a:tblGrid>
              <a:tr h="4070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二进制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qnn_accel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主版本，batch=1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qnn_accel_b2 / b4 / b8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算术强度 ×2 / ×4 / ×8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qnn_accel_nofence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只去掉那条 fence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3150290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新参数：--accel off|l2bus|membus ，--accel-pe ，--accel-outstanding ，--accel-start-lat ，--accel-addr（默认 0x40000000，必须和二进制一致）。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7208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1b · 先跑通这一条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082978"/>
            <a:ext cx="10820095" cy="140817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3544" y="4238426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G=gem5/build/RISCV/gem5.opt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$G --outdir=out/lab6/t1 framework/cssys_se.py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--cmd bench/bin/riscv/qnn_accel --options "8 0xNNNN"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--cpu o3 --accel l2bus --accel-pe 32 | grep checksum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1c · ★ 四格都要填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少一条 fence，只在乱序核上算错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两个 CPU、两个二进制，四格 checksum 都要填。看哪一格悄悄算错。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250545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for c in timing o3;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for b in qnn_accel qnn_accel_nofence;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echo "== cpu=$c $b"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$G --outdir=out/lab6/nf_${c}_${b} framework/cssys_se.py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 --cmd bench/bin/riscv/$b --options "8 0xNNNN"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  --cpu $c --accel l2bus --accel-pe 32 | grep checksum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done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done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85800" y="4096512"/>
          <a:ext cx="10820093" cy="11751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591"/>
                <a:gridCol w="4443967"/>
                <a:gridCol w="4057535"/>
              </a:tblGrid>
              <a:tr h="4070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qnn_accel 有 fence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qnn_accel_nofence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timing 顺序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o3 乱序</a:t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C1272D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 marL="91440" marR="91440" marT="27432" marB="27432" anchor="ctr">
                    <a:solidFill>
                      <a:srgbClr val="F6E4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1c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这是本次最高的采点之一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解释为什么只有乱序核会算错，以及 volatile 为什么没拦住。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371600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volatile 只保证本线程不会把这几次访问优化掉，不保证乱序核上「store 之后、另一条地址的 load」按程序顺序发生。RISC-V 的 RVWMO 对这种情况没有顺序保证，要靠 fence。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2157984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顺序核按程序顺序执行，所以少一条 fence 在 timing 上 checksum 仍是对的。这个错没有报错、没有崩溃，只有 checksum 变了。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4436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25526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四格里只有一格是错的。哪一格？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3931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63931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为什么顺序核上没事？用一句话说顺序核和乱序核在这里的区别。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02336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02336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accel_layer() 里六个寄存器写全是 volatile。volatile 保证了什么，为什么没防住这个错误？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074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440740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这是 gem5 的 bug 还是程序的 bug？查 RVWMO 对「store 后跟一条不同地址的 load」有没有顺序保证。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7914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" y="479145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这个错误没有任何报错。验收流程里必须有什么？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1d · 选做，多一次编译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看完一定要把补丁打回去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撤掉 TLB 补丁再跑两个 CPU。看完一定要把补丁打回去并重新编译。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30540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gem5 &amp;&amp; git checkout -- src/arch/riscv/tlb.cc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&amp;&amp; scons build/RISCV/gem5.opt -j8 &amp;&amp; cd ..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for c in timing o3; do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$G --outdir=out/lab6/nopatch_$c framework/cssys_se.py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--cmd bench/bin/riscv/qnn_accel --options "8 0xNNNN"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 --cpu $c --accel l2bus --accel-pe 32 | grep checksum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grep '^system.accel.jobs' out/lab6/nopatch_$c/stats.txt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done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labs/lab6/src/patch_riscv_tlb.py gem5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cd gem5 &amp;&amp; scons build/RISCV/gem5.opt -j8 &amp;&amp; cd 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1d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两种 bug，同一个错的 checksum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两种错的 checksum 可以一样。用 accel.jobs 把它们分开。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没打 TLB 补丁时，MMIO 地址被当成普通内存，写进了 Cache，设备一条命令都收不到，system.accel.jobs 是 0。少 fence 时设备收到了命令，只是软件看见的完成顺序错了。两种错的 checksum 可以是同一个数，分开它们要看 jobs，不能只看 checksum。uncacheable 防的是进 Cache，strict order 防的是乱序核上的投机。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59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6265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962655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system.accel.jobs 是多少？加速器收到了几条命令？jobs=0 就是 MMIO 写没出 L1。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4670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346703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1c 和 1d 的错误 checksum 是同一个数。只看 checksum 能分开这两种错吗？要看哪个统计量？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730751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1c 只在 o3 上出现，1d 两个 CPU 都出现。各是被什么机制触发的？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2 · 编译期间做完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先算屋顶，再跑任何一次性能仿真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先在纸上算算术强度和两条总线的屋顶，再跑任何一次性能仿真。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9222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179222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一个样本多少次乘加？8 个样本呢？784×128 + 128×10。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17627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batch=1 时加速器要搬多少字节？别忘了第一层的 x（784B）和第二层的 h（128B）。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6032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256032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由上两问算出 batch=1 的算术强度 I。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4436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294436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查 L2XBar 和 SystemXBar 的 width（字节/周期）。命令在下一行。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32841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332841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P = min(Pmax, Bmax × I)。预测 pe = 8/16/32/64 时，两个挂载点各自的 MAC/周期，填 2×4 的表。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7124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" y="371246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从哪一档 pe 开始，两个挂载点会出现可测的差异？写下预测，任务 3 验证。事后补的预测记 0。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151376"/>
            <a:ext cx="10820095" cy="85953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4306824"/>
            <a:ext cx="103628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grep -n -A3 'class L2XBar\|class SystemXBar'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gem5/src/mem/XBar.py | grep -E 'class|width'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20640"/>
            <a:ext cx="10820095" cy="53035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5230368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每周期乘加 = min(pe, 带宽 × 算术强度)。batch=1 时每个字节只用一次，先撞上斜边。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3 · 35 分钟 · 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先确认 8 个点只有一个 checksum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挂载点和 pe 一起扫。先确认 8 个点的 checksum 只有一个值。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lab6_where_pe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qnn_accel --bench-args "8 0xNNNN"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accel=l2bus,membus --vary accel-pe=8,16,32,64 --jobs 8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grep -h checksum out/sweeps/lab6_where_pe/*/run.log | sort -u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要看的列：cycles、accel_job_cycles、accel_macs_per_cycle、accel_bytes_per_cycle、accel_stall_frac、accel_job_frac。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95344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20624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把实测 MAC/周期填到任务 2 那张 2×4 表旁边。预测对了几格？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902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59028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pe 8→16、16→32、32→64，两个挂载点各快了多少？pe=64 比 32 快多少说明了什么？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743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9743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 accel_stall_frac 把 8 个点分成算力受限和带宽受限。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3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带宽屋顶，以及 IPC 为什么掉了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 stall_frac 把 8 个点分成算力受限和带宽受限，并解释 IPC 为什么掉。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accel_stall_frac 高，加速器在等数据，pe 再加大周期也几乎不动。stall_frac 接近 0，才是算力不够。指令数可以掉到大约 1/68，周期掉得少得多，因为 CPU 在读 STATUS 时空等，那些周期里几乎没有指令提交，IPC 就低了。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883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两个挂载点的实测带宽屋顶（bytes/周期的饱和值）是多少？各达到总线宽度的百分之几？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0723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pe=32 时，整个 ROI 相对实验一基线 qnn 的加速比是多少？accel_job_frac 是多少？两个数放一起说明什么？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4564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指令数掉到大约 1/68，加速比远没有这么多，IPC 也掉了。用一句话解释 IPC 为什么掉。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4 · 25 分钟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pe 固定 64，让算力绝不成为瓶颈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算力固定拉满，只改同时在飞的请求数，看带宽在哪一档拐平。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lab6_out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qnn_accel --bench-args "8 0xNNNN"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o3 --accel-pe 64"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accel=l2bus,membus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4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accel-outstanding=1,2,4,8,16,32 --jobs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8444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58444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画 accel_bytes_per_cycle 对 outstanding 的两条曲线。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684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96849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从 outstanding=1 反推两个挂载点的往返延迟 L。一次请求是 64 字节，L = 64 / B。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35254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35254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 Little 定律预测 outstanding=2 和 4 的带宽，和实测比，误差多少？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4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拐点在哪，你为什么停在那里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从 outstanding=1 反推延迟，算出拐点，并说明你为什么停在那里。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Little 定律：在飞的请求数 N = 带宽 × 往返延迟。一次请求是 64 字节，所以 outstanding=1 时带宽 B = 64 / L，反推 L = 64 / B。N 超过 L × Bmax / 64 之后总线已经打满，再加 outstanding 只增加面积。pe 固定 64，是为了让算力绝不成为瓶颈，测到的才是纯带宽。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59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6265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962655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曲线在哪个 outstanding 拐平？用 N* = L × Bmax / 64 算拐点，和图一致吗？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46703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346703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超过拐点再加 outstanding 有没有用？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730751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两个挂载点的 outstanding 该定多少？答案一样吗？多做的每一项都占面积，你为什么停在那里？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5 · 30 分钟 · ★★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8 个点的 checksum 必须全等于基线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换 batch，把同一组权重摊到更多输入上。8 个点的 checksum 仍须相同。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lab6_batch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qnn_accel --bench-args "8 0xNNNN"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o3 --accel-pe 32"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bench=qnn_accel,qnn_accel_b2,qnn_accel_b4,qnn_accel_b8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accel=l2bus,membus --jobs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108200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4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--vary bench= 换的是二进制，不传给 gem5。batch 改了处理顺序，不该改每个样本看到的随机数。checksum 变了就是这件事没做对。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95344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420624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填：算术强度、bytes/周期、MAC/周期、stall_frac、accel_job_cycles、cycles。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5902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59028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8 个点画到你自己的 Roofline 上（横轴 I，纵轴 MAC/周期），加上两条斜边和一条水平屋顶。点应贴着某一条边。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9743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49743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batch 1→2，accel_job_cycles 少了多少？看 accel_bytes 变成了几分之几。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5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挂载点什么时候值钱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 8 个点画上 Roofline，说清「接在哪」什么时候还值钱。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batch 变大，同一份权重要服务更多输入，每个字节上的乘加变多。stall_frac 从零点几掉到接近 0 的时候，两条总线谁宽已经不大影响周期。batch 再加大，CPU 那边的收尾开始占时间，周期不一定继续降。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883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6883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batch=4 和 8 上，两个挂载点还差多少？和 batch=1 比。「接在哪」什么时候值钱，什么时候不值钱？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723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0723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stall_frac 从 batch=1 掉到 batch=2，工作点发生了什么变化？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4564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cycles 从 batch=1 到 8 是单调下降的吗？最快是哪一档？为什么继续加 batch 反而变慢？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6a · Amdahl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用任务 5 里最快的那个配置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把最快那次切成加速器和 CPU 两半，看加速器再快还有没有用。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81328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T加速器 = accel_job_cycles 。TCPU = cycles − accel_job_cycles 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4708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195681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加速器快到 0，ROI 还剩 TCPU。这就是总加速比的上界。TCPU 里是 infer_batch() 之外的收尾，外加阻塞读 STATUS 的空转。空转不一定必须：若完成改为中断或轮询间隙夹别的工作，CPU 那一半还能再切。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74320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540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05409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两个数各是多少，各占百分之几？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3814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43814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假设加速器快到 0 周期，ROI 还剩多少？相对现在还能再快几倍？相对实验一的软件基线，总加速比的上界是多少？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82219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82219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TCPU 里是什么代码？去 qnn.c 里看 infer_batch() 之外还剩什么。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062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420624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下一步给两个不同方向的方案，各能拿到那个上界的多少。STATUS 是阻塞读，CPU 在加速器干活时空转。这必须这样吗？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6b · L2 装不下的时候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先写猜测，再看数据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把 L2 从装得下权重砍到装不下。先猜谁变慢，再看两条曲线在哪交叉。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68249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python3 framework/sweep.py --name lab6_l2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--bench qnn_accel --bench-args "8 0xNNNN"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--base "--cpu o3 --accel-pe 32"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accel=l2bus,membus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3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--vary l2-size=32kB,64kB,128kB,256kB,512kB --jobs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7355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权重一共约 99KB。看数据之前先写下：32kB 变慢，你认为慢在 CPU 还是慢在加速器。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3931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502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95020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画 cycles 对 l2-size 的两条曲线。它们在哪里交叉？和 99KB 是什么关系？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3342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433425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l2=32kB 时哪个挂载点更快？和 256kB 时的结论相反吗？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6b · 写进报告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先把 10 行都拆成两半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10 行都拆成加速器和 CPU。看变慢的到底是谁。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078991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8412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走 l2bus 的读会在 L2 里分配一行，12,000 多次流式读灌进一个只有几百行的 L2，把 CPU 还要用的行冲掉。走 membus 的读只被 L2 snoop 一下，不分配。所以 L2 装不下权重时，「更好的挂载点」可以变成更慢的那个。先猜变慢的是 CPU 还是加速器，再看 TCPU 那一列几乎不动。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651759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62655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962655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10 行全部拆成 T加速器 和 TCPU。列出 10 个 TCPU，它变化了百分之几？和你事先的猜测不一致，就写原来错在哪。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346703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346703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CPU 那一半几乎没动，变慢的是谁？看 l2_misses：l2bus 在 32kB 约 8903，membus 约 35。走 l2bus 的读会在 L2 里分配一行，走 membus 的只被 snoop、不分配。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005071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4005071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一句话：加速器挂到 L2 旁边，只在什么条件下是对的？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6c · 它根本没去内存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看 ROI，也就是第二段统计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对一下加速器读了多少字节、DRAM 实际读了多少。看数是从哪来的。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1133856"/>
          </a:xfrm>
          <a:prstGeom prst="roundRect">
            <a:avLst>
              <a:gd name="adj" fmla="val 6000"/>
            </a:avLst>
          </a:prstGeom>
          <a:solidFill>
            <a:srgbClr val="222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1636776"/>
            <a:ext cx="1036289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awk '/Begin Simulation Statistics/{n++} n==2'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out/sweeps/lab6_where_pe/p006_*/stats.txt | grep -E \</a:t>
            </a:r>
          </a:p>
          <a:p>
            <a:pPr algn="l" eaLnBrk="1" hangingPunct="1" latinLnBrk="0">
              <a:lnSpc>
                <a:spcPct val="128000"/>
              </a:lnSpc>
            </a:pPr>
            <a:r>
              <a:rPr sz="1200" b="0">
                <a:solidFill>
                  <a:srgbClr val="D7DBE0"/>
                </a:solidFill>
                <a:latin typeface="Consolas"/>
                <a:ea typeface="微软雅黑"/>
                <a:cs typeface="Consolas"/>
              </a:rPr>
              <a:t>    'accel.bytesRead|membus.snoopTraffic|dram.bytesRead::total'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24912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6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报告里要回答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03580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303580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bytesRead 约 82 万，DRAM 只有约 1920。这 80 万字节从哪来？看 snoopTraffic。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1985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" y="341985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「接到内存总线 = 从内存取数」是错的。正确的说法是什么？它影响任务 3 的结论吗？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80390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" y="380390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这是模型的缺陷还是真实行为？权重是 CPU 初始化时写进去的，当时在 Cache 里是什么状态？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87952"/>
            <a:ext cx="347472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" y="4187952"/>
            <a:ext cx="10472623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6c 有一个没说出口的前提。看 membus 在 l2=32kB 时的 dram_bytes（约 44 万）和 256kB 时的（约 1920）。前提是什么？不成立时会怎样？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901184"/>
            <a:ext cx="10820095" cy="53035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5010912"/>
            <a:ext cx="10308031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接到内存总线不等于从 DRAM 取数。权重还在 Cache 里，读被 snoop 满足。L2 只有 32kB 时这个前提不成立。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任务 7 · ★ 一页纸，不超过 400 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四个决定，每个都引用今天的数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用今天的数定四件事：pe、接哪条总线、outstanding、软件必须配合什么。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81328"/>
            <a:ext cx="10820095" cy="804672"/>
          </a:xfrm>
          <a:prstGeom prst="roundRect">
            <a:avLst>
              <a:gd name="adj" fmla="val 45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5256" y="1591056"/>
            <a:ext cx="10308031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pe 写到任务 3 里 stall_frac 掉下去的那一档。总线写明只在 batch 还小、还在等带宽的时候有差别。outstanding 写任务 4 曲线拐平的那一档。软件写两件：batch，以及乱序核上那条 fence。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2377440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pe 定多少？为什么停在那里（任务 3）。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61488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2761488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接在哪条总线上？这个决定值多少，以及在什么前提下才值（任务 5 第 4 问、任务 6b）。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4553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3145536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outstanding 做多深（任务 4）。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958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3529584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软件必须配合的两件事：一件是性能（任务 5），一件是正确性（任务 1c）。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13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550" b="1">
                <a:solidFill>
                  <a:srgbClr val="2C7A4B"/>
                </a:solidFill>
                <a:latin typeface="Consolas"/>
                <a:ea typeface="微软雅黑"/>
                <a:cs typeface="Consola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913632"/>
            <a:ext cx="1047262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55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最后加一句「我们没有建模的东西」，至少两条。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6172200"/>
            <a:ext cx="1082009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100" b="0">
                <a:solidFill>
                  <a:srgbClr val="6B7684"/>
                </a:solidFill>
                <a:latin typeface="微软雅黑"/>
                <a:ea typeface="微软雅黑"/>
                <a:cs typeface="微软雅黑"/>
              </a:rPr>
              <a:t>实验六　操作步骤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5000"/>
              </a:lnSpc>
            </a:pPr>
            <a:r>
              <a:rPr sz="1300" b="1">
                <a:solidFill>
                  <a:srgbClr val="2C7A4B"/>
                </a:solidFill>
                <a:latin typeface="微软雅黑"/>
                <a:ea typeface="微软雅黑"/>
                <a:cs typeface="微软雅黑"/>
              </a:rPr>
              <a:t>交什么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10820095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05000"/>
              </a:lnSpc>
            </a:pPr>
            <a:r>
              <a:rPr sz="2800" b="1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没有 checksum 的性能表不算数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eaLnBrk="1" hangingPunct="1" latinLnBrk="0">
              <a:lnSpc>
                <a:spcPct val="112000"/>
              </a:lnSpc>
            </a:pPr>
            <a:r>
              <a:rPr sz="1600" b="0">
                <a:solidFill>
                  <a:srgbClr val="22282F"/>
                </a:solidFill>
                <a:latin typeface="微软雅黑"/>
                <a:ea typeface="微软雅黑"/>
                <a:cs typeface="微软雅黑"/>
              </a:rPr>
              <a:t>每张性能表都要带 checksum。没有它，这张表不算数。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81328"/>
          <a:ext cx="10820095" cy="298240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47664"/>
                <a:gridCol w="983645"/>
                <a:gridCol w="6688786"/>
              </a:tblGrid>
              <a:tr h="34893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板块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考什么</a:t>
                      </a:r>
                    </a:p>
                  </a:txBody>
                  <a:tcPr marL="91440" marR="91440" marT="27432" marB="27432" anchor="ctr">
                    <a:solidFill>
                      <a:srgbClr val="22282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1 正确性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四格表 + 第 3～10 问，一票否决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2 纸面预测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编译期间写完，要有计算过程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3 挂载点 × pe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 accel_stall_frac 下结论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4 Little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反推延迟、拐点、为什么停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5 batch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Roofline 图 + 挂载点何时值钱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6 三个意外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20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6b 第 7、9 问和 6c 第 12 问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 7 一页纸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六张表压成四个决定</a:t>
                      </a:r>
                    </a:p>
                  </a:txBody>
                  <a:tcPr marL="91440" marR="91440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思考题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82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含给实验七的预测</a:t>
                      </a:r>
                    </a:p>
                  </a:txBody>
                  <a:tcPr marL="91440" marR="91440" marT="27432" marB="27432"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