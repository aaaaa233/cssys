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实验 3</a:t>
            </a:r>
            <a:r>
              <a:rPr sz="15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　|　计算机系统综合设计实验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9692640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修改 gem5：
替换策略与预取器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5000"/>
              </a:lnSpc>
            </a:pPr>
            <a:r>
              <a:rPr sz="19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要交的决定：不把 L1D 加到 128kB，能不能拿到同样的性能。
带上实验二的配置提案。这次要改 C++ 并重新编译。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9788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计算机系统综合设计实验　·　4 学时　·　按指导书操作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今天按这个顺序做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两处不做就判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先复现 LRU 的病态，再把自己的策略装进 gem5，最后和预取比面积。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3" cy="25822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3283"/>
                <a:gridCol w="5553677"/>
                <a:gridCol w="1053283"/>
                <a:gridCol w="3159850"/>
              </a:tblGrid>
              <a:tr h="3877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顺序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做什么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做完要有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先填预测，再扫 14 个策略 + 对照组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预测表、lab3_nopath.csv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★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 CssysRP：先等同 LRU，再等同 MRU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 lru / mru 逐位相同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★★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L1 上 8 个策略为何无效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假设 → 统计量 → L2 判决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六个预取器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lab3_pf.csv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预取 vs 加容量，改写实验二提案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lab3_pf_vs_size.csv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pchase 上看预取的流量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lab3_pf_pchase.csv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173321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191609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4191609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没有任务 1c 的对照组，任务 1 记 0。没有「cssys 与 lru 逐位相同」，任务 2 记 0。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还没有 qnn 就先编译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改替换策略之前，基线二进制要在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仓库里没有可执行文件。qnn 缺了先 make；gem5.opt 缺了先全量编译。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~/cssys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test -x gem5/build/RISCV/gem5.opt || (cd gem5 &amp;&amp; scons build/RISCV/gem5.opt -j8)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bench &amp;&amp; make &amp;&amp; cd ..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ls gem5/build/RISCV/gem5.opt bench/bin/riscv/qnn bench/bin/riscv/pchase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9923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10896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任务 1 先用现成的 qnn 和 pchase。任务 2 才改 C++ 再增量编译。第一次全量编译要几十分钟，已经有 gem5.opt 就不要在这里重编。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本次的病态基线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64kB / 4 路。差异不到 0.1% 就写「无差别」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这次的病态就设在 64kB、4 路：工作集装不下，LRU 会反复踢掉马上要用的块。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~/cssys &amp;&amp; export GEM5_BIN=$PWD/gem5/build/RISCV/gem5.opt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# --cpu o3 --l1d-size 64kB --l1d-assoc 4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# --l1d-repl  --l2-repl   lru fifo random mru lip bip rrip brrip nru drrip ship …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# --l1d-pf / --l2-pf      none tagged stride bop ampm isb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9992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指导书示例写 --bench-args 8。课堂上改成下面这种，带学号后四位。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832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38328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第一次新增 SimObject 的编译大约 5～6 分钟。编译时去读任务 4，不要干等。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67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767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编译报错从最上面第一条 error: 看，后面几十条多半是它的回声。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06240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4315968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病态基线是 64kB / 4 路：约 1568 个 64B 块要反复扫描，Cache 只有 1024 个位置。循环扫描时 LRU 会把马上要用的开头踢掉，命中率可以到 0。差异不到 0.1% 就写无差别，这次会有很多这样的格子。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1 · 动手前先填这张表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填完再跑。事后补的预测不算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先写你以为谁会赢。跑完再对，事后补的预测不算。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4" cy="26598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08287"/>
                <a:gridCol w="2511807"/>
              </a:tblGrid>
              <a:tr h="46524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你的预测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64kB/4 路，lru 的 l1d_mshr_misses 大约多少？（1568 块 × 8 遍）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mru 比 lru 好还是差？大约差多少？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random 呢？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lip / bip / rrip / brrip / ship 这一组会怎样？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相联度从 2 提到 16，lru 的失效数怎么变？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25086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436059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先写预测再跑。1568×8 是「每块每次扫描都失效」的上界。甲类策略按「多久没用」踢人（LRU 及其变体），乙类按插入位置赌「新块是不是马上再用」。这次要看的是：在这种扫描上，哪一类根本没生效。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1 · 三条命令都要跑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1c 是对照组，不能省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三条都要跑：14 个策略、相联度，以及把病态消掉的 128kB 对照。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36027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lab3_repl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--base "--cpu o3 --l1d-size 64kB --l1d-assoc 4"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l1d-repl=lru,fifo,secondchance,treeplru,lfu,random,mru,\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 lip,bip,rrip,brrip,nru,drrip,ship --jobs 8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lab3_assoc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--base "--cpu o3 --l1d-size 64kB"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l1d-assoc=2,4,8,16 --vary l1d-repl=lru,mru --jobs 8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lab3_nopath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--base "--cpu o3 --l1d-size 128kB --l1d-assoc 4"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l1d-repl=lru,random,mru,bip --jobs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1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14 个策略分成有效 / 无效两堆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 14 个策略分成有效和无效，并对照病态消失之后排名变不变。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report 的列：cycles ipc l1d_misses l1d_mshr_misses l1d_mshr_mpki。相联度和对照组只看 cycles 和 l1d_mshr_misses。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054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50545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哪几个有效，哪几个完全无效？和指导书 §1.4 的甲/乙两类对照，你看出什么？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950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88950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 §1.2 的公式算 OPT（1568 块里能常驻 1024 块）。每个有效策略拿到了 OPT 可能收益的百分之几？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735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27355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相联度实验符合你的预测吗？不符合，是预测错了还是模型错了？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365760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对照组：病态消失之后，MRU 还比 LRU 好吗？只写「MRU 比 LRU 好」而没有这一段，任务 1 记 0。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20624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128kB 装得下那 1568 块，循环扫描的病就没了。这时候 MRU 常常反而更差。报告里只写「MRU 比 LRU 好」，把特例说成了通例。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2a · 15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复制 LRU，先做到逐位相同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先复制一份 LRU，改名注册。验收标准是和原来的 LRU 逐位相同。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595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gem5/src/mem/cache/replacement_policies/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cp lru_rp.hh cssys_rp.hh &amp;&amp; cp lru_rp.cc cssys_rp.cc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450592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两个文件里：LRU → Cssys，LRURP → CssysRP，头文件卫哨改成 CSSYS，params/LRURP.hh 改成 params/CssysRP.hh。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10896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ReplacementPolicies.py 末尾加上一页里的类。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930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49300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SConscript：sim_objects 列表里加 'CssysRP'，再加一行 Source('cssys_rp.cc')。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770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87705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framework/cssys_se.py 的 REPLACEMENT_POLICIES 加 "cssys": CssysRP, 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6110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426110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然后 cd gem5 &amp;&amp; scons build/RISCV/gem5.opt -j8 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00016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809744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先做到和 LRU 逐位相同，再改行为。不相同就说明改名或注册改错了，后面所有「我的策略更好」都没有意义。新增 SimObject 会重编大约 150 个文件，编译的几分钟去读任务 4。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2a · 要加进 Python 的这一段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类名、头文件路径不要改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Python 里注册这个类，编译之后用命令确认它和 LRU 是同一个结果。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5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class CssysRP(BaseReplacementPolicy):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5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type = "CssysRP"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5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cxx_class = "gem5::replacement_policy::Cssys"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5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cxx_header = "mem/cache/replacement_policies/cssys_rp.hh"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验收：cycles 必须和 lru 逐位相同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10128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46557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lab3_mine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--base "--cpu o3 --l1d-size 64kB --l1d-assoc 4"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l1d-repl=lru,cssys --jobs 2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results/lab3_mine.csv cycles l1d_mshr_misses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102352"/>
            <a:ext cx="10820095" cy="56692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120640"/>
            <a:ext cx="365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5120640"/>
            <a:ext cx="99056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不相同就先改到相同，再做 2b。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2b · 15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getVictim() 里把 &lt; 改成 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只改比较方向，让它去踢最近用过的。跑出来必须和自带的 MRU 一样。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只改 cssys_rp.cc 这一个字符，重新编译。增量编译大约 3 分钟，时间几乎都在链接。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验收对象换成 gem5 自带的 mru，必须逐位相同。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0428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45973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lab3_mine2 --bench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--base "--cpu o3 --l1d-size 64kB --l1d-assoc 4"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l1d-repl=mru,cssys --jobs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22192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3931920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 &lt; 改成 &gt; 只是把「踢最久没用的」换成「踢最近用过的」。Cache 刚上电时路是空的，空路时间戳是 0：找最小值会先选空路，找最大值会跳过它们，先去踢一条有数据的路。所以 MRU 比 LRU 多了几行处理空路。对不上就去读 mru_rp.cc 的 getVictim()。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2c · 15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把比较方向做成参数，免得每次都重编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把「踢 LRU 还是踢 MRU」做成参数。编一次，后面用命令行切换。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ReplacementPolicies.py 的 CssysRP 里加 evict_mru = Param.Bool(False, "...")。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hh 里加 const bool evictMru; ，构造函数里 evictMru(p.evict_mru)。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getVictim() 里：better = evictMru ? (c_tick &gt; v_tick) : (c_tick &lt; v_tick);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6334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cssys_se.py 再加 "cssys_mru": lambda: CssysRP(evict_mru=True),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1752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01752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改了 Python 参数声明，这次编译会久一点。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56432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61188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lab3_mine3 --bench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--base "--cpu o3 --l1d-size 64kB --l1d-assoc 4"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l1d-repl=lru,cssys,mru,cssys_mru --jobs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74336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四行必须两两相等：lru=cssys，mru=cssys_mru。报告里写一句：这个参数的代价是什么？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3 · 先排除「策略没装上」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然后 10 分钟不要碰键盘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先确认策略真的装上了。然后读插入和命中的代码，写出为什么 L1 上没效果。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595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grep -A3 'replacement_policy'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out/sweeps/lab3_repl/p007_l1d-repl-lip/config.ini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45059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你应看到 type=BIPRP、btp=0。策略已经生效，所以不是没装上。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83464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读 bip_rp.cc 的 reset()：btp=0 时把 lastTouchTick 设成 1，也就是插进来就是最老。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186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21868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读 lru_rp.cc 的 touch()：一次命中就把 lastTouchTick 覆写成当前时刻。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6027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dot_i8 逐字节扫 w1[j]。一个 64B 的块，第一次失效装入后，还有 63 个字节命中同一块。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867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39867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把假设写进报告，并写出它预言了哪个可以测量的量。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425696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535424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LIP 插入时把块标成最老，赌它不会被再用。但 dot_i8 逐字节扫描，一个 64B 的块装进来之后还有 63 次命中。LRU 的 touch() 一次命中就把时间戳覆写成现在。插入位置还没来得及起作用，就被块内复用擦掉了。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3b · 20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给 CssysRP 加统计量，再编译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给自己的策略加两个数：每装进一次被命中几次，第一次命中要多久。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CssysReplData 增加 insertTick 和 refCount，构造时清零。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加 CssysStats，必须写成 mutable。计 insertions、touches、首次命中延迟。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Formula：refsPerInsertion = touches / insertions，以及 avgFirstTouchDelay。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6334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touch() 里 if (refCount == 0) 记首次命中延迟；reset() 里记 insertTick 并 insertions++。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1752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01752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编译约 3 分钟。stats.txt 有三段，看第二段。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56432"/>
            <a:ext cx="10820095" cy="8595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61188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grep 'replacement_policy'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out/sweeps/lab3_mine4/p000_l1d-repl-cssys/stats.txt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25696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看第二段。avgFirstTouchDelay ÷ 500 = 周期。refsPerInsertion 远大于 1，说明块被踢之前已经反复用过，插入位置被块内复用擦掉了。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3c · 15 分钟 · 判决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同一批策略挂到装不下的 L2 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同一批策略改挂到同样装不下的 L2 上，看排名会不会反过来。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22311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lab3_l2repl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--base "--cpu o3 --l2-size 64kB --l2-assoc 4"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l2-repl=lru,fifo,treeplru,lfu,random,mru,lip,bip,\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 rrip,brrip,nru,drrip,ship --jobs 8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results/lab3_l2repl.csv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cycles ipc l2_accesses l2_mshr_misses l2_miss_rate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2219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82219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再挂到 L2：--l2-repl cssys。记下 l2cache 的 refsPerInsertion。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3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L1 的冠军和 L2 的冠军不一定是同一个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 L1 和 L2 两张表并排，用 refsPerInsertion 解释排名为什么反了。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L1 把块内那 63 次命中都吸收了，L2 每收到一个块往往只被引用一次左右，插入时设下的优先级才活得到被替换。所以同一套策略、同样的 64kB/4 路，L1 和 L2 的排名会反过来。LFU 的 touch() 是累加不是覆写，所以它在 L1 上仍然有效。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59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6265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962655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哪个策略在 L1 最好，哪个在 L2 最好？同一个程序、同样 64kB/4 路，排名为什么反过来？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4670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346703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用你测到的 refsPerInsertion（L1 和 L2）解释这个反转。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30751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730751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mru 在 L1 排前三，在 L2 几乎没用。它的 touch() 把刚命中的块变成了什么？L2 上一个块往往只命中一次，接下来会发生什么？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89119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389119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加分：lfu 在 L1 最好，它的 reset() 也是插进来就最低优先级。去比 touch()：一个覆写，一个累加。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73167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4773167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加分：读 brrip_rp.cc 的 reset()。btp=100 和 btp=3 各把块插在哪？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4 · 20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回到 32kB / 2 路，只加预取器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容量回到默认，只换预取器。看周期变多少，真实流量变多少。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lab3_pf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l1d-pf=none,tagged,stride,bop,ampm,isb --jobs 6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results/lab3_pf.csv cycles ipc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l1d_misses l1d_mshr_mpki l1d_pf_issued l1d_pf_useful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l1d_pf_accuracy l1d_pf_coverage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87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85876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五个预取器的 cycles 差多少，accuracy 差多少？准确率是收益指标还是代价指标？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24281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l1d_misses 从约 20 万掉到几千，l1d_mshr_mpki 几乎没变。用指导书 §1.8 解释。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62686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isb 发了约 120 次预取、一次都没用上。为什么这个负载上没戏？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109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501091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加预取器之后 l1d_mlp 会变成 0.27。去看 stats.py 里 MLP 的定义，这个口径在什么前提下才成立。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5 · 20 分钟 · ★交付物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32kB+stride 对 128kB+不预取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把「小 Cache 加预取」和「直接加大 Cache」放在一起，重写实验二的提案。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lab3_pf_vs_size --bench 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"8 &lt;学号后四位&gt;"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l1d-size=32kB,64kB,128kB --vary l1d-pf=none,stride --jobs 6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results/lab3_pf_vs_size.csv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cycles ipc l1d_mshr_mpki l1d_pf_accuracy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355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58444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32kB+stride 和 128kB+none 的 cycles 放一起。面积差多少，性能差多少？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684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96849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两者的 l1d_mshr_mpki 差多少？哪一种在多核共享 L2 时更糟？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5254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35254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128kB 上再加 stride，性能还有变化吗？为什么？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36592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736592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重写实验二的配置提案。结论变了，写是哪条新证据推翻的；没变，写为什么这些新数据不够推翻它。只重复「还是 128kB」记 0。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任务 6 · 10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换 pchase，看预取的流量代价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换一个没有顺序扫描的负载，看预取是不是只增加流量、不加快程序。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95681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lab3_pf_pchase --bench pchase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--bench-args "256 200000 &lt;学号后四位&gt;"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--vary l1d-pf=none,tagged,stride,ampm --jobs 4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framework/report.py results/lab3_pf_pchase.csv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cycles ipc l1d_mshr_mpki l1d_pf_issued l1d_pf_useful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l1d_pf_accuracy dram_bytes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4787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87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85876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性能变了吗？l1d_mshr_mpki 变了多少倍？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24281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性能不变、流量涨到约 3 倍，在手机、数据中心、多核共享带宽里各不可接受在哪？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62686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你会给预取器加一个什么样的关闭条件？用任务 4 或任务 6 里的哪个统计量做判据？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思考题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第 6 题的预测，实验四要验收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把「LRU 什么时候好」和「换成顺序核排名变不变」写清楚。第 6 题实验四要收。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LRU 命中率为 0，缺的前提是「工作集小于 Cache，或者访问有重用」。随机替换硬件便宜，最坏情况也没有 LRU 这种扫描病态。把 CPU 换成 timing 之后，失效数的排名和周期数的排名可以不是同一件事：顺序核把访存代价放大，策略之间的周期差可能掉进噪声。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59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651759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LRU 命中率精确为 0，缺了什么前提？写一个它最好的访问模式、一个最差的。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5807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035807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random 打败了 LRU、FIFO、TreePLRU 和 8 个论文策略。从硬件代价、可预测性、最坏情况各说一句。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1985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419855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把「插入位置型策略适合 LLC、不适合 L1」改写成一个事先能判的量。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0390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803903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真实芯片里「可配置」的代价是什么？举两个做成可配置的 Cache 参数。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87951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4187951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实验二的 AMAT 为什么不够？本次有没有「失效率不变但性能大变」或反过来的情况？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71999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6B4E9B"/>
                </a:solidFill>
                <a:latin typeface="Consolas"/>
                <a:ea typeface="微软雅黑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4571999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预测：CPU 从 o3 换成 timing，任务 1 的排名会变吗？先写下来。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实验三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6B4E9B"/>
                </a:solidFill>
                <a:latin typeface="微软雅黑"/>
                <a:ea typeface="微软雅黑"/>
                <a:cs typeface="微软雅黑"/>
              </a:rPr>
              <a:t>交什么 · 做不到就扣光该题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源码、三次验收、全部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必须交对照组、和 LRU 逐位相同的验收，以及任务 3 那条从假设到判决的链。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4" cy="2105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74367"/>
                <a:gridCol w="1545727"/>
              </a:tblGrid>
              <a:tr h="368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1 预测表（动手前）+ 实测 + 差异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cssys_rp 源码 + 三处注册的 diff + 两次验收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3：假设 → 统计量 → 判决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4 / 5 / 6 的表和分析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思考题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3696736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715024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3715024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禁止：把 &lt;0.1% 当结论；不报 1c 就说 MRU 更好；用 l1d_miss_rate 论证流量。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